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customXml/itemProps4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5"/>
  </p:sldMasterIdLst>
  <p:handoutMasterIdLst>
    <p:handoutMasterId r:id="rId19"/>
  </p:handoutMasterIdLst>
  <p:sldIdLst>
    <p:sldId id="256" r:id="rId6"/>
    <p:sldId id="268" r:id="rId7"/>
    <p:sldId id="285" r:id="rId8"/>
    <p:sldId id="261" r:id="rId9"/>
    <p:sldId id="273" r:id="rId10"/>
    <p:sldId id="274" r:id="rId11"/>
    <p:sldId id="277" r:id="rId12"/>
    <p:sldId id="282" r:id="rId13"/>
    <p:sldId id="278" r:id="rId14"/>
    <p:sldId id="280" r:id="rId15"/>
    <p:sldId id="281" r:id="rId16"/>
    <p:sldId id="284" r:id="rId17"/>
    <p:sldId id="286" r:id="rId1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4880"/>
    <a:srgbClr val="FFDF7D"/>
    <a:srgbClr val="66B3E4"/>
    <a:srgbClr val="ECECEC"/>
    <a:srgbClr val="7FA3BF"/>
    <a:srgbClr val="595959"/>
    <a:srgbClr val="F9F0E0"/>
    <a:srgbClr val="F2F7FA"/>
    <a:srgbClr val="E7E2CA"/>
    <a:srgbClr val="E1EBF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61" d="100"/>
          <a:sy n="61" d="100"/>
        </p:scale>
        <p:origin x="884" y="2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65" d="100"/>
          <a:sy n="65" d="100"/>
        </p:scale>
        <p:origin x="3154" y="67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3.xml"/><Relationship Id="rId13" Type="http://schemas.openxmlformats.org/officeDocument/2006/relationships/slide" Target="slides/slide8.xml"/><Relationship Id="rId18" Type="http://schemas.openxmlformats.org/officeDocument/2006/relationships/slide" Target="slides/slide13.xml"/><Relationship Id="rId3" Type="http://schemas.openxmlformats.org/officeDocument/2006/relationships/customXml" Target="../customXml/item3.xml"/><Relationship Id="rId21" Type="http://schemas.openxmlformats.org/officeDocument/2006/relationships/viewProps" Target="viewProps.xml"/><Relationship Id="rId7" Type="http://schemas.openxmlformats.org/officeDocument/2006/relationships/slide" Target="slides/slide2.xml"/><Relationship Id="rId12" Type="http://schemas.openxmlformats.org/officeDocument/2006/relationships/slide" Target="slides/slide7.xml"/><Relationship Id="rId17" Type="http://schemas.openxmlformats.org/officeDocument/2006/relationships/slide" Target="slides/slide12.xml"/><Relationship Id="rId2" Type="http://schemas.openxmlformats.org/officeDocument/2006/relationships/customXml" Target="../customXml/item2.xml"/><Relationship Id="rId16" Type="http://schemas.openxmlformats.org/officeDocument/2006/relationships/slide" Target="slides/slide11.xml"/><Relationship Id="rId20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5" Type="http://schemas.openxmlformats.org/officeDocument/2006/relationships/slideMaster" Target="slideMasters/slideMaster1.xml"/><Relationship Id="rId15" Type="http://schemas.openxmlformats.org/officeDocument/2006/relationships/slide" Target="slides/slide10.xml"/><Relationship Id="rId23" Type="http://schemas.openxmlformats.org/officeDocument/2006/relationships/tableStyles" Target="tableStyles.xml"/><Relationship Id="rId10" Type="http://schemas.openxmlformats.org/officeDocument/2006/relationships/slide" Target="slides/slide5.xml"/><Relationship Id="rId19" Type="http://schemas.openxmlformats.org/officeDocument/2006/relationships/handoutMaster" Target="handoutMasters/handoutMaster1.xml"/><Relationship Id="rId4" Type="http://schemas.openxmlformats.org/officeDocument/2006/relationships/customXml" Target="../customXml/item4.xml"/><Relationship Id="rId9" Type="http://schemas.openxmlformats.org/officeDocument/2006/relationships/slide" Target="slides/slide4.xml"/><Relationship Id="rId14" Type="http://schemas.openxmlformats.org/officeDocument/2006/relationships/slide" Target="slides/slide9.xml"/><Relationship Id="rId22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7C412D67-2B4E-9F55-6EDC-F2256BD02184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5668C3D-E520-C942-CFB7-27E263C06F01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D5296E7-6EEA-4CEF-8F27-97AAB1939405}" type="datetimeFigureOut">
              <a:rPr lang="en-US" smtClean="0"/>
              <a:t>2/12/2026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5EDE418-482A-7A43-F10A-2705951C1585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43D5FD8-B708-FF93-D8FD-7A2F3AD61806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978EA95-EEDE-466E-B94C-8B572EEF9CB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899486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Background pattern&#10;&#10;Description automatically generated">
            <a:extLst>
              <a:ext uri="{FF2B5EF4-FFF2-40B4-BE49-F238E27FC236}">
                <a16:creationId xmlns:a16="http://schemas.microsoft.com/office/drawing/2014/main" id="{0EA10B1E-4FA2-D72F-F444-DB648FFEBB9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82" t="1147" b="4270"/>
          <a:stretch/>
        </p:blipFill>
        <p:spPr>
          <a:xfrm>
            <a:off x="-28124" y="0"/>
            <a:ext cx="12220123" cy="6858000"/>
          </a:xfrm>
          <a:prstGeom prst="rect">
            <a:avLst/>
          </a:prstGeom>
        </p:spPr>
      </p:pic>
      <p:sp>
        <p:nvSpPr>
          <p:cNvPr id="16" name="Title 1">
            <a:extLst>
              <a:ext uri="{FF2B5EF4-FFF2-40B4-BE49-F238E27FC236}">
                <a16:creationId xmlns:a16="http://schemas.microsoft.com/office/drawing/2014/main" id="{F6931615-3EFD-406D-8CAB-500F498BBC26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089891" y="3006522"/>
            <a:ext cx="8937171" cy="1421928"/>
          </a:xfrm>
          <a:noFill/>
        </p:spPr>
        <p:txBody>
          <a:bodyPr wrap="square" rtlCol="0">
            <a:spAutoFit/>
          </a:bodyPr>
          <a:lstStyle>
            <a:lvl1pPr>
              <a:defRPr lang="en-US" sz="4800" b="1" dirty="0">
                <a:solidFill>
                  <a:schemeClr val="bg1"/>
                </a:solidFill>
                <a:latin typeface="Frutiger 45 Light" pitchFamily="2" charset="0"/>
                <a:ea typeface="Frutiger 45 Light" pitchFamily="2" charset="0"/>
                <a:cs typeface="Calibri" panose="020F0502020204030204" pitchFamily="34" charset="0"/>
              </a:defRPr>
            </a:lvl1pPr>
          </a:lstStyle>
          <a:p>
            <a:pPr marL="0" lvl="0"/>
            <a:r>
              <a:rPr lang="en-US" dirty="0"/>
              <a:t>Click to edit </a:t>
            </a:r>
            <a:br>
              <a:rPr lang="en-US" dirty="0"/>
            </a:br>
            <a:r>
              <a:rPr lang="en-US" dirty="0"/>
              <a:t>Master title style</a:t>
            </a:r>
          </a:p>
        </p:txBody>
      </p:sp>
      <p:sp>
        <p:nvSpPr>
          <p:cNvPr id="22" name="Title 1">
            <a:extLst>
              <a:ext uri="{FF2B5EF4-FFF2-40B4-BE49-F238E27FC236}">
                <a16:creationId xmlns:a16="http://schemas.microsoft.com/office/drawing/2014/main" id="{51413D66-879B-990C-642E-1E1E0D8F30F0}"/>
              </a:ext>
            </a:extLst>
          </p:cNvPr>
          <p:cNvSpPr txBox="1">
            <a:spLocks/>
          </p:cNvSpPr>
          <p:nvPr userDrawn="1"/>
        </p:nvSpPr>
        <p:spPr>
          <a:xfrm>
            <a:off x="1089891" y="4473456"/>
            <a:ext cx="8937171" cy="438582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4800" b="1" kern="1200" dirty="0">
                <a:solidFill>
                  <a:schemeClr val="bg1"/>
                </a:solidFill>
                <a:latin typeface="Frutiger 45 Light" pitchFamily="2" charset="0"/>
                <a:ea typeface="Frutiger 45 Light" pitchFamily="2" charset="0"/>
                <a:cs typeface="Calibri" panose="020F0502020204030204" pitchFamily="34" charset="0"/>
              </a:defRPr>
            </a:lvl1pPr>
          </a:lstStyle>
          <a:p>
            <a:r>
              <a:rPr lang="en-US" sz="2500" dirty="0"/>
              <a:t>Click to edit Master title style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E5EFC81-BEEE-352B-0244-DD36B67B80C9}"/>
              </a:ext>
            </a:extLst>
          </p:cNvPr>
          <p:cNvSpPr txBox="1">
            <a:spLocks/>
          </p:cNvSpPr>
          <p:nvPr userDrawn="1"/>
        </p:nvSpPr>
        <p:spPr>
          <a:xfrm>
            <a:off x="1089890" y="5263013"/>
            <a:ext cx="8937171" cy="587533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4800" b="1" kern="1200" dirty="0">
                <a:solidFill>
                  <a:schemeClr val="bg1"/>
                </a:solidFill>
                <a:latin typeface="Frutiger 45 Light" pitchFamily="2" charset="0"/>
                <a:ea typeface="Frutiger 45 Light" pitchFamily="2" charset="0"/>
                <a:cs typeface="Calibri" panose="020F0502020204030204" pitchFamily="34" charset="0"/>
              </a:defRPr>
            </a:lvl1pPr>
          </a:lstStyle>
          <a:p>
            <a:pPr>
              <a:lnSpc>
                <a:spcPts val="2000"/>
              </a:lnSpc>
            </a:pPr>
            <a:r>
              <a:rPr lang="en-US" sz="1400" b="1" dirty="0"/>
              <a:t>Presenter Name</a:t>
            </a:r>
          </a:p>
          <a:p>
            <a:pPr>
              <a:lnSpc>
                <a:spcPts val="2000"/>
              </a:lnSpc>
            </a:pPr>
            <a:r>
              <a:rPr lang="en-US" sz="1400" b="0" dirty="0"/>
              <a:t>Month, 20XX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75A4A541-3236-7C7A-108F-C328E38F3915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64934" y="323988"/>
            <a:ext cx="2323604" cy="6600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5855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13">
            <a:extLst>
              <a:ext uri="{FF2B5EF4-FFF2-40B4-BE49-F238E27FC236}">
                <a16:creationId xmlns:a16="http://schemas.microsoft.com/office/drawing/2014/main" id="{9B01B99F-2CE5-433C-8F7A-483D41C4A99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33399" y="469835"/>
            <a:ext cx="11125200" cy="434975"/>
          </a:xfrm>
        </p:spPr>
        <p:txBody>
          <a:bodyPr vert="horz" lIns="91440" tIns="45720" rIns="91440" bIns="45720" rtlCol="0">
            <a:noAutofit/>
          </a:bodyPr>
          <a:lstStyle>
            <a:lvl1pPr>
              <a:defRPr lang="en-US" sz="3200" b="1" kern="1200" dirty="0">
                <a:solidFill>
                  <a:srgbClr val="595959"/>
                </a:solidFill>
                <a:latin typeface="Frutiger 45 bold"/>
                <a:ea typeface="+mn-ea"/>
                <a:cs typeface="Calibri" panose="020F0502020204030204" pitchFamily="34" charset="0"/>
              </a:defRPr>
            </a:lvl1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</a:pPr>
            <a:r>
              <a:rPr lang="en-US" dirty="0"/>
              <a:t>Title Here</a:t>
            </a:r>
          </a:p>
        </p:txBody>
      </p:sp>
      <p:pic>
        <p:nvPicPr>
          <p:cNvPr id="22" name="Picture 21" descr="Background pattern&#10;&#10;Description automatically generated">
            <a:extLst>
              <a:ext uri="{FF2B5EF4-FFF2-40B4-BE49-F238E27FC236}">
                <a16:creationId xmlns:a16="http://schemas.microsoft.com/office/drawing/2014/main" id="{27D409DF-402A-DD18-BFCE-8888573143B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>
            <a:off x="10813091" y="5882639"/>
            <a:ext cx="1388513" cy="989973"/>
          </a:xfrm>
          <a:prstGeom prst="rect">
            <a:avLst/>
          </a:prstGeom>
        </p:spPr>
      </p:pic>
      <p:sp>
        <p:nvSpPr>
          <p:cNvPr id="23" name="Marcador de número de diapositiva 5">
            <a:extLst>
              <a:ext uri="{FF2B5EF4-FFF2-40B4-BE49-F238E27FC236}">
                <a16:creationId xmlns:a16="http://schemas.microsoft.com/office/drawing/2014/main" id="{B982187F-CBBE-F09C-0F6F-730E0F0B1244}"/>
              </a:ext>
            </a:extLst>
          </p:cNvPr>
          <p:cNvSpPr txBox="1">
            <a:spLocks/>
          </p:cNvSpPr>
          <p:nvPr userDrawn="1"/>
        </p:nvSpPr>
        <p:spPr>
          <a:xfrm>
            <a:off x="11221092" y="6437871"/>
            <a:ext cx="828094" cy="324138"/>
          </a:xfrm>
          <a:prstGeom prst="rect">
            <a:avLst/>
          </a:prstGeom>
        </p:spPr>
        <p:txBody>
          <a:bodyPr lIns="104891" tIns="52445" rIns="104891" bIns="52445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FF439014-E629-42E3-A58B-61A0F1C8CFFE}" type="slidenum">
              <a:rPr lang="en-US" sz="1200" b="0" smtClean="0">
                <a:solidFill>
                  <a:srgbClr val="00001E"/>
                </a:solidFill>
                <a:latin typeface="Frutiger 45 Light" pitchFamily="2" charset="0"/>
                <a:cs typeface="Calibri" panose="020F0502020204030204" pitchFamily="34" charset="0"/>
              </a:rPr>
              <a:pPr algn="r"/>
              <a:t>‹#›</a:t>
            </a:fld>
            <a:endParaRPr lang="en-US" sz="1200" b="0" dirty="0">
              <a:solidFill>
                <a:srgbClr val="00001E"/>
              </a:solidFill>
              <a:latin typeface="Frutiger 45 Light" pitchFamily="2" charset="0"/>
              <a:cs typeface="Calibri" panose="020F0502020204030204" pitchFamily="34" charset="0"/>
            </a:endParaRPr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8E5456A7-BE66-D18D-4755-5BE1D37DDEF5}"/>
              </a:ext>
            </a:extLst>
          </p:cNvPr>
          <p:cNvSpPr>
            <a:spLocks noGrp="1"/>
          </p:cNvSpPr>
          <p:nvPr>
            <p:ph idx="15"/>
          </p:nvPr>
        </p:nvSpPr>
        <p:spPr>
          <a:xfrm>
            <a:off x="533400" y="1822450"/>
            <a:ext cx="11125200" cy="4351338"/>
          </a:xfrm>
        </p:spPr>
        <p:txBody>
          <a:bodyPr>
            <a:normAutofit/>
          </a:bodyPr>
          <a:lstStyle>
            <a:lvl1pPr>
              <a:defRPr lang="en-US" sz="1200" b="1" dirty="0" smtClean="0">
                <a:solidFill>
                  <a:srgbClr val="595959"/>
                </a:solidFill>
                <a:latin typeface="Frutiger 45 Light" pitchFamily="2" charset="0"/>
              </a:defRPr>
            </a:lvl1pPr>
            <a:lvl2pPr>
              <a:defRPr sz="1200">
                <a:solidFill>
                  <a:srgbClr val="595959"/>
                </a:solidFill>
                <a:latin typeface="Frutiger 45 Light" pitchFamily="2" charset="0"/>
              </a:defRPr>
            </a:lvl2pPr>
            <a:lvl3pPr>
              <a:defRPr sz="1200">
                <a:solidFill>
                  <a:srgbClr val="595959"/>
                </a:solidFill>
                <a:latin typeface="Frutiger 45 Light" pitchFamily="2" charset="0"/>
              </a:defRPr>
            </a:lvl3pPr>
            <a:lvl4pPr>
              <a:defRPr sz="1200">
                <a:solidFill>
                  <a:srgbClr val="595959"/>
                </a:solidFill>
                <a:latin typeface="Frutiger 45 Light" pitchFamily="2" charset="0"/>
              </a:defRPr>
            </a:lvl4pPr>
            <a:lvl5pPr>
              <a:defRPr sz="1200">
                <a:solidFill>
                  <a:srgbClr val="595959"/>
                </a:solidFill>
                <a:latin typeface="Frutiger 45 Light" pitchFamily="2" charset="0"/>
              </a:defRPr>
            </a:lvl5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/>
              <a:t>Click to edit Master text styles</a:t>
            </a:r>
          </a:p>
          <a:p>
            <a:pPr marL="0" lvl="1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/>
              <a:t>Second level</a:t>
            </a:r>
          </a:p>
          <a:p>
            <a:pPr marL="0" lvl="2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/>
              <a:t>Third level</a:t>
            </a:r>
          </a:p>
          <a:p>
            <a:pPr marL="0" lvl="3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/>
              <a:t>Fourth level</a:t>
            </a:r>
          </a:p>
          <a:p>
            <a:pPr marL="0" lvl="4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0923521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032" userDrawn="1">
          <p15:clr>
            <a:srgbClr val="FBAE40"/>
          </p15:clr>
        </p15:guide>
        <p15:guide id="2" pos="336" userDrawn="1">
          <p15:clr>
            <a:srgbClr val="FBAE40"/>
          </p15:clr>
        </p15:guide>
        <p15:guide id="3" orient="horz" pos="288" userDrawn="1">
          <p15:clr>
            <a:srgbClr val="FBAE40"/>
          </p15:clr>
        </p15:guide>
        <p15:guide id="4" pos="7344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EF6D7890-7A93-4CCD-A699-B1D9038F321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33398" y="1497012"/>
            <a:ext cx="11125199" cy="2978005"/>
          </a:xfrm>
        </p:spPr>
        <p:txBody>
          <a:bodyPr numCol="1"/>
          <a:lstStyle>
            <a:lvl1pPr>
              <a:lnSpc>
                <a:spcPts val="1700"/>
              </a:lnSpc>
              <a:defRPr lang="en-US" sz="2400" b="1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>
              <a:lnSpc>
                <a:spcPts val="1700"/>
              </a:lnSpc>
              <a:defRPr lang="en-US" sz="20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342900" indent="-342900">
              <a:lnSpc>
                <a:spcPts val="1700"/>
              </a:lnSpc>
              <a:defRPr lang="en-US" sz="18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68325" indent="-228600">
              <a:lnSpc>
                <a:spcPts val="1700"/>
              </a:lnSpc>
              <a:buClr>
                <a:schemeClr val="tx2">
                  <a:lumMod val="50000"/>
                </a:schemeClr>
              </a:buClr>
              <a:buFont typeface="Symbol" panose="05050102010706020507" pitchFamily="18" charset="2"/>
              <a:buChar char="-"/>
              <a:defRPr sz="1400">
                <a:latin typeface="+mn-lt"/>
              </a:defRPr>
            </a:lvl4pPr>
            <a:lvl5pPr marL="914400" indent="-228600">
              <a:lnSpc>
                <a:spcPts val="1700"/>
              </a:lnSpc>
              <a:buClr>
                <a:schemeClr val="tx2">
                  <a:lumMod val="50000"/>
                </a:schemeClr>
              </a:buClr>
              <a:buFont typeface="Symbol" panose="05050102010706020507" pitchFamily="18" charset="2"/>
              <a:buChar char="-"/>
              <a:defRPr sz="1400">
                <a:latin typeface="+mn-lt"/>
              </a:defRPr>
            </a:lvl5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/>
              <a:t>Click to edit Master text styles</a:t>
            </a:r>
          </a:p>
          <a:p>
            <a:pPr marL="0" lvl="1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/>
              <a:t>Second level</a:t>
            </a:r>
          </a:p>
          <a:p>
            <a:pPr marL="0" lvl="2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/>
              <a:t>Third level</a:t>
            </a:r>
          </a:p>
          <a:p>
            <a:pPr marL="0" lvl="3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/>
              <a:t>Fourth level</a:t>
            </a:r>
          </a:p>
          <a:p>
            <a:pPr marL="0" lvl="4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/>
              <a:t>Fifth level</a:t>
            </a:r>
            <a:endParaRPr lang="en-US" dirty="0"/>
          </a:p>
        </p:txBody>
      </p:sp>
      <p:sp>
        <p:nvSpPr>
          <p:cNvPr id="11" name="Text Placeholder 13">
            <a:extLst>
              <a:ext uri="{FF2B5EF4-FFF2-40B4-BE49-F238E27FC236}">
                <a16:creationId xmlns:a16="http://schemas.microsoft.com/office/drawing/2014/main" id="{D4C9993D-5B34-D7A9-0B1C-5708E2ECAE8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33399" y="469835"/>
            <a:ext cx="11125200" cy="434975"/>
          </a:xfrm>
        </p:spPr>
        <p:txBody>
          <a:bodyPr vert="horz" lIns="91440" tIns="45720" rIns="91440" bIns="45720" rtlCol="0">
            <a:noAutofit/>
          </a:bodyPr>
          <a:lstStyle>
            <a:lvl1pPr>
              <a:defRPr lang="en-US" sz="3200" b="1" kern="1200" dirty="0">
                <a:solidFill>
                  <a:srgbClr val="595959"/>
                </a:solidFill>
                <a:latin typeface="Frutiger 45 bold"/>
                <a:ea typeface="+mn-ea"/>
                <a:cs typeface="Calibri" panose="020F0502020204030204" pitchFamily="34" charset="0"/>
              </a:defRPr>
            </a:lvl1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</a:pPr>
            <a:r>
              <a:rPr lang="en-US" dirty="0"/>
              <a:t>Title Here</a:t>
            </a:r>
          </a:p>
        </p:txBody>
      </p:sp>
      <p:pic>
        <p:nvPicPr>
          <p:cNvPr id="7" name="Picture 6" descr="Background pattern&#10;&#10;Description automatically generated">
            <a:extLst>
              <a:ext uri="{FF2B5EF4-FFF2-40B4-BE49-F238E27FC236}">
                <a16:creationId xmlns:a16="http://schemas.microsoft.com/office/drawing/2014/main" id="{438F9EE4-1525-DA32-B6BF-F9D4E4DA00C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>
            <a:off x="10813091" y="5882639"/>
            <a:ext cx="1388513" cy="989973"/>
          </a:xfrm>
          <a:prstGeom prst="rect">
            <a:avLst/>
          </a:prstGeom>
        </p:spPr>
      </p:pic>
      <p:sp>
        <p:nvSpPr>
          <p:cNvPr id="8" name="Marcador de número de diapositiva 5">
            <a:extLst>
              <a:ext uri="{FF2B5EF4-FFF2-40B4-BE49-F238E27FC236}">
                <a16:creationId xmlns:a16="http://schemas.microsoft.com/office/drawing/2014/main" id="{E9EC46A4-50CA-5032-642E-472F2C66E949}"/>
              </a:ext>
            </a:extLst>
          </p:cNvPr>
          <p:cNvSpPr txBox="1">
            <a:spLocks/>
          </p:cNvSpPr>
          <p:nvPr userDrawn="1"/>
        </p:nvSpPr>
        <p:spPr>
          <a:xfrm>
            <a:off x="11221092" y="6437871"/>
            <a:ext cx="828094" cy="324138"/>
          </a:xfrm>
          <a:prstGeom prst="rect">
            <a:avLst/>
          </a:prstGeom>
        </p:spPr>
        <p:txBody>
          <a:bodyPr lIns="104891" tIns="52445" rIns="104891" bIns="52445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FF439014-E629-42E3-A58B-61A0F1C8CFFE}" type="slidenum">
              <a:rPr lang="en-US" sz="1200" b="0" smtClean="0">
                <a:solidFill>
                  <a:srgbClr val="00001E"/>
                </a:solidFill>
                <a:latin typeface="Frutiger 45 Light" pitchFamily="2" charset="0"/>
                <a:cs typeface="Calibri" panose="020F0502020204030204" pitchFamily="34" charset="0"/>
              </a:rPr>
              <a:pPr algn="r"/>
              <a:t>‹#›</a:t>
            </a:fld>
            <a:endParaRPr lang="en-US" sz="1200" b="0" dirty="0">
              <a:solidFill>
                <a:srgbClr val="00001E"/>
              </a:solidFill>
              <a:latin typeface="Frutiger 45 Light" pitchFamily="2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9586574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36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EF6D7890-7A93-4CCD-A699-B1D9038F321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33398" y="1497012"/>
            <a:ext cx="11125199" cy="2978005"/>
          </a:xfrm>
        </p:spPr>
        <p:txBody>
          <a:bodyPr numCol="2">
            <a:normAutofit/>
          </a:bodyPr>
          <a:lstStyle>
            <a:lvl1pPr>
              <a:lnSpc>
                <a:spcPts val="1700"/>
              </a:lnSpc>
              <a:defRPr lang="en-US" sz="1400" b="1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>
              <a:lnSpc>
                <a:spcPts val="1700"/>
              </a:lnSpc>
              <a:defRPr lang="en-US" sz="14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342900" indent="-342900">
              <a:lnSpc>
                <a:spcPts val="1700"/>
              </a:lnSpc>
              <a:defRPr lang="en-US" sz="14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68325" indent="-228600">
              <a:lnSpc>
                <a:spcPts val="1700"/>
              </a:lnSpc>
              <a:buClr>
                <a:schemeClr val="tx2">
                  <a:lumMod val="50000"/>
                </a:schemeClr>
              </a:buClr>
              <a:buFont typeface="Symbol" panose="05050102010706020507" pitchFamily="18" charset="2"/>
              <a:buChar char="-"/>
              <a:defRPr sz="1400">
                <a:latin typeface="+mn-lt"/>
              </a:defRPr>
            </a:lvl4pPr>
            <a:lvl5pPr marL="914400" indent="-228600">
              <a:lnSpc>
                <a:spcPts val="1700"/>
              </a:lnSpc>
              <a:buClr>
                <a:schemeClr val="tx2">
                  <a:lumMod val="50000"/>
                </a:schemeClr>
              </a:buClr>
              <a:buFont typeface="Symbol" panose="05050102010706020507" pitchFamily="18" charset="2"/>
              <a:buChar char="-"/>
              <a:defRPr sz="1400">
                <a:latin typeface="+mn-lt"/>
              </a:defRPr>
            </a:lvl5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/>
              <a:t>Click to edit Master text styles</a:t>
            </a:r>
          </a:p>
          <a:p>
            <a:pPr marL="0" lvl="1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/>
              <a:t>Second level</a:t>
            </a:r>
          </a:p>
          <a:p>
            <a:pPr marL="0" lvl="2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/>
              <a:t>Third level</a:t>
            </a:r>
          </a:p>
          <a:p>
            <a:pPr marL="0" lvl="3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/>
              <a:t>Fourth level</a:t>
            </a:r>
          </a:p>
          <a:p>
            <a:pPr marL="0" lvl="4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/>
              <a:t>Fifth level</a:t>
            </a:r>
            <a:endParaRPr lang="en-US" dirty="0"/>
          </a:p>
        </p:txBody>
      </p:sp>
      <p:sp>
        <p:nvSpPr>
          <p:cNvPr id="11" name="Text Placeholder 13">
            <a:extLst>
              <a:ext uri="{FF2B5EF4-FFF2-40B4-BE49-F238E27FC236}">
                <a16:creationId xmlns:a16="http://schemas.microsoft.com/office/drawing/2014/main" id="{D4C9993D-5B34-D7A9-0B1C-5708E2ECAE8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33399" y="469835"/>
            <a:ext cx="11125200" cy="434975"/>
          </a:xfrm>
        </p:spPr>
        <p:txBody>
          <a:bodyPr vert="horz" lIns="91440" tIns="45720" rIns="91440" bIns="45720" rtlCol="0">
            <a:noAutofit/>
          </a:bodyPr>
          <a:lstStyle>
            <a:lvl1pPr>
              <a:defRPr lang="en-US" sz="3200" b="1" kern="1200" dirty="0">
                <a:solidFill>
                  <a:srgbClr val="595959"/>
                </a:solidFill>
                <a:latin typeface="Frutiger 45 bold"/>
                <a:ea typeface="+mn-ea"/>
                <a:cs typeface="Calibri" panose="020F0502020204030204" pitchFamily="34" charset="0"/>
              </a:defRPr>
            </a:lvl1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</a:pPr>
            <a:r>
              <a:rPr lang="en-US" dirty="0"/>
              <a:t>Title Here</a:t>
            </a:r>
          </a:p>
        </p:txBody>
      </p:sp>
      <p:pic>
        <p:nvPicPr>
          <p:cNvPr id="7" name="Picture 6" descr="Background pattern&#10;&#10;Description automatically generated">
            <a:extLst>
              <a:ext uri="{FF2B5EF4-FFF2-40B4-BE49-F238E27FC236}">
                <a16:creationId xmlns:a16="http://schemas.microsoft.com/office/drawing/2014/main" id="{BAEB0E49-39B0-037C-0357-6C4472DC156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>
            <a:off x="10813091" y="5882639"/>
            <a:ext cx="1388513" cy="989973"/>
          </a:xfrm>
          <a:prstGeom prst="rect">
            <a:avLst/>
          </a:prstGeom>
        </p:spPr>
      </p:pic>
      <p:sp>
        <p:nvSpPr>
          <p:cNvPr id="8" name="Marcador de número de diapositiva 5">
            <a:extLst>
              <a:ext uri="{FF2B5EF4-FFF2-40B4-BE49-F238E27FC236}">
                <a16:creationId xmlns:a16="http://schemas.microsoft.com/office/drawing/2014/main" id="{4E4B298F-D75D-0E89-ED3D-DF0CF1A87E27}"/>
              </a:ext>
            </a:extLst>
          </p:cNvPr>
          <p:cNvSpPr txBox="1">
            <a:spLocks/>
          </p:cNvSpPr>
          <p:nvPr userDrawn="1"/>
        </p:nvSpPr>
        <p:spPr>
          <a:xfrm>
            <a:off x="11221092" y="6437871"/>
            <a:ext cx="828094" cy="324138"/>
          </a:xfrm>
          <a:prstGeom prst="rect">
            <a:avLst/>
          </a:prstGeom>
        </p:spPr>
        <p:txBody>
          <a:bodyPr lIns="104891" tIns="52445" rIns="104891" bIns="52445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FF439014-E629-42E3-A58B-61A0F1C8CFFE}" type="slidenum">
              <a:rPr lang="en-US" sz="1200" b="0" smtClean="0">
                <a:solidFill>
                  <a:srgbClr val="00001E"/>
                </a:solidFill>
                <a:latin typeface="Frutiger 45 Light" pitchFamily="2" charset="0"/>
                <a:cs typeface="Calibri" panose="020F0502020204030204" pitchFamily="34" charset="0"/>
              </a:rPr>
              <a:pPr algn="r"/>
              <a:t>‹#›</a:t>
            </a:fld>
            <a:endParaRPr lang="en-US" sz="1200" b="0" dirty="0">
              <a:solidFill>
                <a:srgbClr val="00001E"/>
              </a:solidFill>
              <a:latin typeface="Frutiger 45 Light" pitchFamily="2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0665718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36" userDrawn="1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EF6D7890-7A93-4CCD-A699-B1D9038F321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33398" y="1497012"/>
            <a:ext cx="11125199" cy="2978005"/>
          </a:xfrm>
        </p:spPr>
        <p:txBody>
          <a:bodyPr numCol="3">
            <a:normAutofit/>
          </a:bodyPr>
          <a:lstStyle>
            <a:lvl1pPr>
              <a:lnSpc>
                <a:spcPts val="1700"/>
              </a:lnSpc>
              <a:defRPr lang="en-US" sz="1400" b="1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>
              <a:lnSpc>
                <a:spcPts val="1700"/>
              </a:lnSpc>
              <a:defRPr lang="en-US" sz="14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342900" indent="-342900">
              <a:lnSpc>
                <a:spcPts val="1700"/>
              </a:lnSpc>
              <a:defRPr lang="en-US" sz="14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68325" indent="-228600">
              <a:lnSpc>
                <a:spcPts val="1700"/>
              </a:lnSpc>
              <a:buClr>
                <a:schemeClr val="tx2">
                  <a:lumMod val="50000"/>
                </a:schemeClr>
              </a:buClr>
              <a:buFont typeface="Symbol" panose="05050102010706020507" pitchFamily="18" charset="2"/>
              <a:buChar char="-"/>
              <a:defRPr sz="1400">
                <a:latin typeface="+mn-lt"/>
              </a:defRPr>
            </a:lvl4pPr>
            <a:lvl5pPr marL="914400" indent="-228600">
              <a:lnSpc>
                <a:spcPts val="1700"/>
              </a:lnSpc>
              <a:buClr>
                <a:schemeClr val="tx2">
                  <a:lumMod val="50000"/>
                </a:schemeClr>
              </a:buClr>
              <a:buFont typeface="Symbol" panose="05050102010706020507" pitchFamily="18" charset="2"/>
              <a:buChar char="-"/>
              <a:defRPr sz="1400">
                <a:latin typeface="+mn-lt"/>
              </a:defRPr>
            </a:lvl5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/>
              <a:t>Click to edit Master text styles</a:t>
            </a:r>
          </a:p>
          <a:p>
            <a:pPr marL="0" lvl="1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/>
              <a:t>Second level</a:t>
            </a:r>
          </a:p>
          <a:p>
            <a:pPr marL="0" lvl="2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/>
              <a:t>Third level</a:t>
            </a:r>
          </a:p>
          <a:p>
            <a:pPr marL="0" lvl="3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/>
              <a:t>Fourth level</a:t>
            </a:r>
          </a:p>
          <a:p>
            <a:pPr marL="0" lvl="4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/>
              <a:t>Fifth level</a:t>
            </a:r>
            <a:endParaRPr lang="en-US" dirty="0"/>
          </a:p>
        </p:txBody>
      </p:sp>
      <p:sp>
        <p:nvSpPr>
          <p:cNvPr id="11" name="Text Placeholder 13">
            <a:extLst>
              <a:ext uri="{FF2B5EF4-FFF2-40B4-BE49-F238E27FC236}">
                <a16:creationId xmlns:a16="http://schemas.microsoft.com/office/drawing/2014/main" id="{D4C9993D-5B34-D7A9-0B1C-5708E2ECAE8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33399" y="469835"/>
            <a:ext cx="11125200" cy="434975"/>
          </a:xfrm>
        </p:spPr>
        <p:txBody>
          <a:bodyPr vert="horz" lIns="91440" tIns="45720" rIns="91440" bIns="45720" rtlCol="0">
            <a:noAutofit/>
          </a:bodyPr>
          <a:lstStyle>
            <a:lvl1pPr>
              <a:defRPr lang="en-US" sz="3200" b="1" kern="1200" dirty="0">
                <a:solidFill>
                  <a:srgbClr val="595959"/>
                </a:solidFill>
                <a:latin typeface="Frutiger 45 bold"/>
                <a:ea typeface="+mn-ea"/>
                <a:cs typeface="Calibri" panose="020F0502020204030204" pitchFamily="34" charset="0"/>
              </a:defRPr>
            </a:lvl1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</a:pPr>
            <a:r>
              <a:rPr lang="en-US" dirty="0"/>
              <a:t>Title Here</a:t>
            </a:r>
          </a:p>
        </p:txBody>
      </p:sp>
      <p:pic>
        <p:nvPicPr>
          <p:cNvPr id="7" name="Picture 6" descr="Background pattern&#10;&#10;Description automatically generated">
            <a:extLst>
              <a:ext uri="{FF2B5EF4-FFF2-40B4-BE49-F238E27FC236}">
                <a16:creationId xmlns:a16="http://schemas.microsoft.com/office/drawing/2014/main" id="{07F8B13B-8E7C-F321-BF83-177D747B100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>
            <a:off x="10813091" y="5882639"/>
            <a:ext cx="1388513" cy="989973"/>
          </a:xfrm>
          <a:prstGeom prst="rect">
            <a:avLst/>
          </a:prstGeom>
        </p:spPr>
      </p:pic>
      <p:sp>
        <p:nvSpPr>
          <p:cNvPr id="8" name="Marcador de número de diapositiva 5">
            <a:extLst>
              <a:ext uri="{FF2B5EF4-FFF2-40B4-BE49-F238E27FC236}">
                <a16:creationId xmlns:a16="http://schemas.microsoft.com/office/drawing/2014/main" id="{4BB16B3F-018F-71E7-B239-96DA6F36DEB4}"/>
              </a:ext>
            </a:extLst>
          </p:cNvPr>
          <p:cNvSpPr txBox="1">
            <a:spLocks/>
          </p:cNvSpPr>
          <p:nvPr userDrawn="1"/>
        </p:nvSpPr>
        <p:spPr>
          <a:xfrm>
            <a:off x="11221092" y="6437871"/>
            <a:ext cx="828094" cy="324138"/>
          </a:xfrm>
          <a:prstGeom prst="rect">
            <a:avLst/>
          </a:prstGeom>
        </p:spPr>
        <p:txBody>
          <a:bodyPr lIns="104891" tIns="52445" rIns="104891" bIns="52445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FF439014-E629-42E3-A58B-61A0F1C8CFFE}" type="slidenum">
              <a:rPr lang="en-US" sz="1200" b="0" smtClean="0">
                <a:solidFill>
                  <a:srgbClr val="00001E"/>
                </a:solidFill>
                <a:latin typeface="Frutiger 45 Light" pitchFamily="2" charset="0"/>
                <a:cs typeface="Calibri" panose="020F0502020204030204" pitchFamily="34" charset="0"/>
              </a:rPr>
              <a:pPr algn="r"/>
              <a:t>‹#›</a:t>
            </a:fld>
            <a:endParaRPr lang="en-US" sz="1200" b="0" dirty="0">
              <a:solidFill>
                <a:srgbClr val="00001E"/>
              </a:solidFill>
              <a:latin typeface="Frutiger 45 Light" pitchFamily="2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1645215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36" userDrawn="1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itle 1">
            <a:extLst>
              <a:ext uri="{FF2B5EF4-FFF2-40B4-BE49-F238E27FC236}">
                <a16:creationId xmlns:a16="http://schemas.microsoft.com/office/drawing/2014/main" id="{CF55D43F-875F-4E2B-82B9-5EEDDAEA63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3398" y="989299"/>
            <a:ext cx="8610601" cy="2852737"/>
          </a:xfrm>
        </p:spPr>
        <p:txBody>
          <a:bodyPr anchor="b">
            <a:normAutofit/>
          </a:bodyPr>
          <a:lstStyle>
            <a:lvl1pPr>
              <a:defRPr lang="en-US" sz="4400" b="1" kern="1200" dirty="0">
                <a:solidFill>
                  <a:srgbClr val="595959"/>
                </a:solidFill>
                <a:latin typeface="+mj-lt"/>
                <a:ea typeface="+mn-ea"/>
                <a:cs typeface="+mn-cs"/>
              </a:defRPr>
            </a:lvl1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0" name="Text Placeholder 2">
            <a:extLst>
              <a:ext uri="{FF2B5EF4-FFF2-40B4-BE49-F238E27FC236}">
                <a16:creationId xmlns:a16="http://schemas.microsoft.com/office/drawing/2014/main" id="{F18B4745-7445-43DB-B108-3CDCB28A7AE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33398" y="3869024"/>
            <a:ext cx="8610602" cy="1500187"/>
          </a:xfrm>
        </p:spPr>
        <p:txBody>
          <a:bodyPr/>
          <a:lstStyle>
            <a:lvl1pPr marL="0" indent="0">
              <a:buNone/>
              <a:defRPr sz="2400">
                <a:solidFill>
                  <a:srgbClr val="595959"/>
                </a:solidFill>
                <a:latin typeface="+mj-lt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13">
            <a:extLst>
              <a:ext uri="{FF2B5EF4-FFF2-40B4-BE49-F238E27FC236}">
                <a16:creationId xmlns:a16="http://schemas.microsoft.com/office/drawing/2014/main" id="{5A424433-CA37-48A1-EF7E-E44DEC8944A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33399" y="469835"/>
            <a:ext cx="11125200" cy="434975"/>
          </a:xfrm>
        </p:spPr>
        <p:txBody>
          <a:bodyPr vert="horz" lIns="91440" tIns="45720" rIns="91440" bIns="45720" rtlCol="0">
            <a:noAutofit/>
          </a:bodyPr>
          <a:lstStyle>
            <a:lvl1pPr>
              <a:defRPr lang="en-US" sz="3200" b="1" kern="1200" dirty="0">
                <a:solidFill>
                  <a:srgbClr val="595959"/>
                </a:solidFill>
                <a:latin typeface="Frutiger 45 bold"/>
                <a:ea typeface="+mn-ea"/>
                <a:cs typeface="Calibri" panose="020F0502020204030204" pitchFamily="34" charset="0"/>
              </a:defRPr>
            </a:lvl1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</a:pPr>
            <a:r>
              <a:rPr lang="en-US" dirty="0"/>
              <a:t>Title Here</a:t>
            </a:r>
          </a:p>
        </p:txBody>
      </p:sp>
      <p:pic>
        <p:nvPicPr>
          <p:cNvPr id="10" name="Picture 9" descr="Background pattern&#10;&#10;Description automatically generated">
            <a:extLst>
              <a:ext uri="{FF2B5EF4-FFF2-40B4-BE49-F238E27FC236}">
                <a16:creationId xmlns:a16="http://schemas.microsoft.com/office/drawing/2014/main" id="{7B593DD1-E696-84F5-997E-395CB4B3403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>
            <a:off x="10813091" y="5882639"/>
            <a:ext cx="1388513" cy="989973"/>
          </a:xfrm>
          <a:prstGeom prst="rect">
            <a:avLst/>
          </a:prstGeom>
        </p:spPr>
      </p:pic>
      <p:sp>
        <p:nvSpPr>
          <p:cNvPr id="18" name="Marcador de número de diapositiva 5">
            <a:extLst>
              <a:ext uri="{FF2B5EF4-FFF2-40B4-BE49-F238E27FC236}">
                <a16:creationId xmlns:a16="http://schemas.microsoft.com/office/drawing/2014/main" id="{179C2830-1743-9FEA-4F66-BCE7925B9DB5}"/>
              </a:ext>
            </a:extLst>
          </p:cNvPr>
          <p:cNvSpPr txBox="1">
            <a:spLocks/>
          </p:cNvSpPr>
          <p:nvPr userDrawn="1"/>
        </p:nvSpPr>
        <p:spPr>
          <a:xfrm>
            <a:off x="11221092" y="6437871"/>
            <a:ext cx="828094" cy="324138"/>
          </a:xfrm>
          <a:prstGeom prst="rect">
            <a:avLst/>
          </a:prstGeom>
        </p:spPr>
        <p:txBody>
          <a:bodyPr lIns="104891" tIns="52445" rIns="104891" bIns="52445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FF439014-E629-42E3-A58B-61A0F1C8CFFE}" type="slidenum">
              <a:rPr lang="en-US" sz="1200" b="0" smtClean="0">
                <a:solidFill>
                  <a:srgbClr val="00001E"/>
                </a:solidFill>
                <a:latin typeface="Frutiger 45 Light" pitchFamily="2" charset="0"/>
                <a:cs typeface="Calibri" panose="020F0502020204030204" pitchFamily="34" charset="0"/>
              </a:rPr>
              <a:pPr algn="r"/>
              <a:t>‹#›</a:t>
            </a:fld>
            <a:endParaRPr lang="en-US" sz="1200" b="0" dirty="0">
              <a:solidFill>
                <a:srgbClr val="00001E"/>
              </a:solidFill>
              <a:latin typeface="Frutiger 45 Light" pitchFamily="2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7888612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>
            <a:extLst>
              <a:ext uri="{FF2B5EF4-FFF2-40B4-BE49-F238E27FC236}">
                <a16:creationId xmlns:a16="http://schemas.microsoft.com/office/drawing/2014/main" id="{DA6A7051-5A82-D471-602E-39E158F6B13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14" y="0"/>
            <a:ext cx="12181172" cy="6858000"/>
          </a:xfrm>
          <a:prstGeom prst="rect">
            <a:avLst/>
          </a:prstGeom>
        </p:spPr>
      </p:pic>
      <p:sp>
        <p:nvSpPr>
          <p:cNvPr id="17" name="Title 1">
            <a:extLst>
              <a:ext uri="{FF2B5EF4-FFF2-40B4-BE49-F238E27FC236}">
                <a16:creationId xmlns:a16="http://schemas.microsoft.com/office/drawing/2014/main" id="{81628252-EFFE-45BA-BB6B-80B43271D7B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593242" y="1508588"/>
            <a:ext cx="5864980" cy="2852737"/>
          </a:xfrm>
        </p:spPr>
        <p:txBody>
          <a:bodyPr anchor="b">
            <a:normAutofit/>
          </a:bodyPr>
          <a:lstStyle>
            <a:lvl1pPr>
              <a:defRPr lang="en-US" sz="44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 dirty="0"/>
              <a:t>Click to edit title style</a:t>
            </a:r>
          </a:p>
        </p:txBody>
      </p:sp>
      <p:sp>
        <p:nvSpPr>
          <p:cNvPr id="18" name="Text Placeholder 2">
            <a:extLst>
              <a:ext uri="{FF2B5EF4-FFF2-40B4-BE49-F238E27FC236}">
                <a16:creationId xmlns:a16="http://schemas.microsoft.com/office/drawing/2014/main" id="{4994D909-A7BC-465C-8A9B-65471E73FB3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593242" y="4388313"/>
            <a:ext cx="586498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bg1"/>
                </a:solidFill>
                <a:latin typeface="+mj-lt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7921F3B-DFDD-3880-4A59-92315D909E94}"/>
              </a:ext>
            </a:extLst>
          </p:cNvPr>
          <p:cNvSpPr txBox="1"/>
          <p:nvPr userDrawn="1"/>
        </p:nvSpPr>
        <p:spPr>
          <a:xfrm>
            <a:off x="3048000" y="6425185"/>
            <a:ext cx="6096000" cy="2489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en-US" sz="1000" dirty="0">
                <a:solidFill>
                  <a:schemeClr val="bg2"/>
                </a:solidFill>
                <a:effectLst/>
                <a:latin typeface="Frutiger LT Pro 45 Light" panose="020B0403030504020204" pitchFamily="34" charset="77"/>
                <a:ea typeface="Frutiger LT Pro 45 Light" panose="020B0403030504020204" pitchFamily="34" charset="77"/>
                <a:cs typeface="Calibri" panose="020F0502020204030204" pitchFamily="34" charset="0"/>
              </a:rPr>
              <a:t>©</a:t>
            </a:r>
            <a:r>
              <a:rPr lang="en-US" sz="1000" dirty="0" err="1">
                <a:solidFill>
                  <a:schemeClr val="bg2"/>
                </a:solidFill>
                <a:effectLst/>
                <a:latin typeface="Frutiger LT Pro 45 Light" panose="020B0403030504020204" pitchFamily="34" charset="77"/>
                <a:ea typeface="Frutiger LT Pro 45 Light" panose="020B0403030504020204" pitchFamily="34" charset="77"/>
                <a:cs typeface="Calibri" panose="020F0502020204030204" pitchFamily="34" charset="0"/>
              </a:rPr>
              <a:t>LTIMindtree</a:t>
            </a:r>
            <a:r>
              <a:rPr lang="en-US" sz="1000" dirty="0">
                <a:solidFill>
                  <a:schemeClr val="bg2"/>
                </a:solidFill>
                <a:effectLst/>
                <a:latin typeface="Frutiger LT Pro 45 Light" panose="020B0403030504020204" pitchFamily="34" charset="77"/>
                <a:ea typeface="Frutiger LT Pro 45 Light" panose="020B0403030504020204" pitchFamily="34" charset="77"/>
                <a:cs typeface="Calibri" panose="020F0502020204030204" pitchFamily="34" charset="0"/>
              </a:rPr>
              <a:t> | Privileged and Confidential 2022</a:t>
            </a:r>
            <a:endParaRPr lang="en-IN" sz="1000" dirty="0">
              <a:solidFill>
                <a:schemeClr val="bg2"/>
              </a:solidFill>
              <a:effectLst/>
              <a:latin typeface="Frutiger LT Pro 45 Light" panose="020B0403030504020204" pitchFamily="34" charset="77"/>
              <a:ea typeface="Frutiger LT Pro 45 Light" panose="020B0403030504020204" pitchFamily="34" charset="77"/>
              <a:cs typeface="Calibri" panose="020F0502020204030204" pitchFamily="34" charset="0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8227DD45-CE2E-85E8-642D-93DED37DD35E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lum bright="100000" contrast="10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3341" y="6373111"/>
            <a:ext cx="1369134" cy="3888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6122876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BDD9C106-CE49-4F1B-A6DE-3C9818CAFB5C}"/>
              </a:ext>
            </a:extLst>
          </p:cNvPr>
          <p:cNvSpPr>
            <a:spLocks noGrp="1"/>
          </p:cNvSpPr>
          <p:nvPr>
            <p:ph idx="15"/>
          </p:nvPr>
        </p:nvSpPr>
        <p:spPr>
          <a:xfrm>
            <a:off x="533399" y="1655302"/>
            <a:ext cx="5486399" cy="4351338"/>
          </a:xfrm>
        </p:spPr>
        <p:txBody>
          <a:bodyPr/>
          <a:lstStyle>
            <a:lvl1pPr>
              <a:defRPr lang="en-US" sz="2400" b="1" dirty="0" smtClean="0">
                <a:solidFill>
                  <a:srgbClr val="595959"/>
                </a:solidFill>
                <a:latin typeface="Frutiger 45 Light" pitchFamily="2" charset="0"/>
              </a:defRPr>
            </a:lvl1pPr>
            <a:lvl2pPr>
              <a:defRPr sz="2000">
                <a:solidFill>
                  <a:srgbClr val="595959"/>
                </a:solidFill>
                <a:latin typeface="Frutiger 45 Light" pitchFamily="2" charset="0"/>
              </a:defRPr>
            </a:lvl2pPr>
            <a:lvl3pPr>
              <a:defRPr sz="1800">
                <a:solidFill>
                  <a:srgbClr val="595959"/>
                </a:solidFill>
                <a:latin typeface="Frutiger 45 Light" pitchFamily="2" charset="0"/>
              </a:defRPr>
            </a:lvl3pPr>
            <a:lvl4pPr>
              <a:defRPr sz="1400">
                <a:solidFill>
                  <a:srgbClr val="595959"/>
                </a:solidFill>
                <a:latin typeface="Frutiger 45 Light" pitchFamily="2" charset="0"/>
              </a:defRPr>
            </a:lvl4pPr>
            <a:lvl5pPr>
              <a:defRPr sz="1400">
                <a:solidFill>
                  <a:srgbClr val="595959"/>
                </a:solidFill>
                <a:latin typeface="Frutiger 45 Light" pitchFamily="2" charset="0"/>
              </a:defRPr>
            </a:lvl5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/>
              <a:t>Click to edit Master text styles</a:t>
            </a:r>
          </a:p>
          <a:p>
            <a:pPr marL="0" lvl="1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/>
              <a:t>Second level</a:t>
            </a:r>
          </a:p>
          <a:p>
            <a:pPr marL="0" lvl="2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/>
              <a:t>Third level</a:t>
            </a:r>
          </a:p>
          <a:p>
            <a:pPr marL="0" lvl="3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/>
              <a:t>Fourth level</a:t>
            </a:r>
          </a:p>
          <a:p>
            <a:pPr marL="0" lvl="4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/>
              <a:t>Fifth level</a:t>
            </a:r>
            <a:endParaRPr lang="en-US" dirty="0"/>
          </a:p>
        </p:txBody>
      </p:sp>
      <p:sp>
        <p:nvSpPr>
          <p:cNvPr id="16" name="Content Placeholder 2">
            <a:extLst>
              <a:ext uri="{FF2B5EF4-FFF2-40B4-BE49-F238E27FC236}">
                <a16:creationId xmlns:a16="http://schemas.microsoft.com/office/drawing/2014/main" id="{0E8BB916-CDFC-439C-B0EF-513AE7B06ACB}"/>
              </a:ext>
            </a:extLst>
          </p:cNvPr>
          <p:cNvSpPr>
            <a:spLocks noGrp="1"/>
          </p:cNvSpPr>
          <p:nvPr>
            <p:ph idx="16"/>
          </p:nvPr>
        </p:nvSpPr>
        <p:spPr>
          <a:xfrm>
            <a:off x="6172201" y="1655302"/>
            <a:ext cx="5486398" cy="4351338"/>
          </a:xfrm>
        </p:spPr>
        <p:txBody>
          <a:bodyPr/>
          <a:lstStyle>
            <a:lvl1pPr>
              <a:defRPr lang="en-US" sz="2400" b="1" dirty="0" smtClean="0">
                <a:solidFill>
                  <a:srgbClr val="595959"/>
                </a:solidFill>
                <a:latin typeface="Frutiger 45 Light" pitchFamily="2" charset="0"/>
              </a:defRPr>
            </a:lvl1pPr>
            <a:lvl2pPr>
              <a:defRPr sz="2000">
                <a:solidFill>
                  <a:srgbClr val="595959"/>
                </a:solidFill>
                <a:latin typeface="Frutiger 45 Light" pitchFamily="2" charset="0"/>
              </a:defRPr>
            </a:lvl2pPr>
            <a:lvl3pPr>
              <a:defRPr sz="1800">
                <a:solidFill>
                  <a:srgbClr val="595959"/>
                </a:solidFill>
                <a:latin typeface="Frutiger 45 Light" pitchFamily="2" charset="0"/>
              </a:defRPr>
            </a:lvl3pPr>
            <a:lvl4pPr>
              <a:defRPr sz="1400">
                <a:solidFill>
                  <a:srgbClr val="595959"/>
                </a:solidFill>
                <a:latin typeface="Frutiger 45 Light" pitchFamily="2" charset="0"/>
              </a:defRPr>
            </a:lvl4pPr>
            <a:lvl5pPr>
              <a:defRPr sz="1400">
                <a:solidFill>
                  <a:srgbClr val="595959"/>
                </a:solidFill>
                <a:latin typeface="Frutiger 45 Light" pitchFamily="2" charset="0"/>
              </a:defRPr>
            </a:lvl5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/>
              <a:t>Click to edit Master text styles</a:t>
            </a:r>
          </a:p>
          <a:p>
            <a:pPr marL="0" lvl="1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/>
              <a:t>Second level</a:t>
            </a:r>
          </a:p>
          <a:p>
            <a:pPr marL="0" lvl="2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/>
              <a:t>Third level</a:t>
            </a:r>
          </a:p>
          <a:p>
            <a:pPr marL="0" lvl="3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/>
              <a:t>Fourth level</a:t>
            </a:r>
          </a:p>
          <a:p>
            <a:pPr marL="0" lvl="4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/>
              <a:t>Fifth level</a:t>
            </a:r>
            <a:endParaRPr lang="en-US" dirty="0"/>
          </a:p>
        </p:txBody>
      </p:sp>
      <p:sp>
        <p:nvSpPr>
          <p:cNvPr id="20" name="Text Placeholder 13">
            <a:extLst>
              <a:ext uri="{FF2B5EF4-FFF2-40B4-BE49-F238E27FC236}">
                <a16:creationId xmlns:a16="http://schemas.microsoft.com/office/drawing/2014/main" id="{78651CBE-E342-762C-71AB-7A346C0BD1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33399" y="469835"/>
            <a:ext cx="11125200" cy="434975"/>
          </a:xfrm>
        </p:spPr>
        <p:txBody>
          <a:bodyPr vert="horz" lIns="91440" tIns="45720" rIns="91440" bIns="45720" rtlCol="0">
            <a:noAutofit/>
          </a:bodyPr>
          <a:lstStyle>
            <a:lvl1pPr>
              <a:defRPr lang="en-US" sz="3200" b="1" kern="1200" dirty="0">
                <a:solidFill>
                  <a:srgbClr val="595959"/>
                </a:solidFill>
                <a:latin typeface="Frutiger 45 bold"/>
                <a:ea typeface="+mn-ea"/>
                <a:cs typeface="Calibri" panose="020F0502020204030204" pitchFamily="34" charset="0"/>
              </a:defRPr>
            </a:lvl1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</a:pPr>
            <a:r>
              <a:rPr lang="en-US" dirty="0"/>
              <a:t>Title Here</a:t>
            </a:r>
          </a:p>
        </p:txBody>
      </p:sp>
      <p:pic>
        <p:nvPicPr>
          <p:cNvPr id="8" name="Picture 7" descr="Background pattern&#10;&#10;Description automatically generated">
            <a:extLst>
              <a:ext uri="{FF2B5EF4-FFF2-40B4-BE49-F238E27FC236}">
                <a16:creationId xmlns:a16="http://schemas.microsoft.com/office/drawing/2014/main" id="{0D37EA21-4965-A1A5-EFE5-F1DB9D9A984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>
            <a:off x="10813091" y="5882639"/>
            <a:ext cx="1388513" cy="989973"/>
          </a:xfrm>
          <a:prstGeom prst="rect">
            <a:avLst/>
          </a:prstGeom>
        </p:spPr>
      </p:pic>
      <p:sp>
        <p:nvSpPr>
          <p:cNvPr id="11" name="Marcador de número de diapositiva 5">
            <a:extLst>
              <a:ext uri="{FF2B5EF4-FFF2-40B4-BE49-F238E27FC236}">
                <a16:creationId xmlns:a16="http://schemas.microsoft.com/office/drawing/2014/main" id="{CACE2F8E-F80A-F347-8E9C-243A79D7388E}"/>
              </a:ext>
            </a:extLst>
          </p:cNvPr>
          <p:cNvSpPr txBox="1">
            <a:spLocks/>
          </p:cNvSpPr>
          <p:nvPr userDrawn="1"/>
        </p:nvSpPr>
        <p:spPr>
          <a:xfrm>
            <a:off x="11221092" y="6437871"/>
            <a:ext cx="828094" cy="324138"/>
          </a:xfrm>
          <a:prstGeom prst="rect">
            <a:avLst/>
          </a:prstGeom>
        </p:spPr>
        <p:txBody>
          <a:bodyPr lIns="104891" tIns="52445" rIns="104891" bIns="52445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FF439014-E629-42E3-A58B-61A0F1C8CFFE}" type="slidenum">
              <a:rPr lang="en-US" sz="1200" b="0" smtClean="0">
                <a:solidFill>
                  <a:srgbClr val="00001E"/>
                </a:solidFill>
                <a:latin typeface="Frutiger 45 Light" pitchFamily="2" charset="0"/>
                <a:cs typeface="Calibri" panose="020F0502020204030204" pitchFamily="34" charset="0"/>
              </a:rPr>
              <a:pPr algn="r"/>
              <a:t>‹#›</a:t>
            </a:fld>
            <a:endParaRPr lang="en-US" sz="1200" b="0" dirty="0">
              <a:solidFill>
                <a:srgbClr val="00001E"/>
              </a:solidFill>
              <a:latin typeface="Frutiger 45 Light" pitchFamily="2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1927839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9704641-62E4-4217-A4FB-1461DCB3494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33399" y="1436914"/>
            <a:ext cx="5533119" cy="1068161"/>
          </a:xfrm>
        </p:spPr>
        <p:txBody>
          <a:bodyPr anchor="b">
            <a:noAutofit/>
          </a:bodyPr>
          <a:lstStyle>
            <a:lvl1pPr marL="0" indent="0">
              <a:buNone/>
              <a:defRPr lang="en-US" sz="2400" b="1" kern="1200" dirty="0">
                <a:solidFill>
                  <a:srgbClr val="595959"/>
                </a:solidFill>
                <a:latin typeface="+mj-lt"/>
                <a:ea typeface="+mn-ea"/>
                <a:cs typeface="Calibri" panose="020F050202020403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1BF8DFE-7699-41E5-ACEB-81719A7EB98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241141" y="1436914"/>
            <a:ext cx="5417458" cy="1068161"/>
          </a:xfrm>
        </p:spPr>
        <p:txBody>
          <a:bodyPr anchor="b">
            <a:noAutofit/>
          </a:bodyPr>
          <a:lstStyle>
            <a:lvl1pPr marL="0" indent="0">
              <a:buNone/>
              <a:defRPr lang="en-US" sz="2400" b="1" kern="1200" dirty="0">
                <a:solidFill>
                  <a:srgbClr val="595959"/>
                </a:solidFill>
                <a:latin typeface="+mj-lt"/>
                <a:ea typeface="+mn-ea"/>
                <a:cs typeface="Calibri" panose="020F050202020403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16" name="Content Placeholder 2">
            <a:extLst>
              <a:ext uri="{FF2B5EF4-FFF2-40B4-BE49-F238E27FC236}">
                <a16:creationId xmlns:a16="http://schemas.microsoft.com/office/drawing/2014/main" id="{F54FF91B-5FE4-409D-BA7F-37376CD5E4AB}"/>
              </a:ext>
            </a:extLst>
          </p:cNvPr>
          <p:cNvSpPr>
            <a:spLocks noGrp="1"/>
          </p:cNvSpPr>
          <p:nvPr>
            <p:ph idx="15"/>
          </p:nvPr>
        </p:nvSpPr>
        <p:spPr>
          <a:xfrm>
            <a:off x="533399" y="2651506"/>
            <a:ext cx="5533119" cy="3432302"/>
          </a:xfrm>
        </p:spPr>
        <p:txBody>
          <a:bodyPr/>
          <a:lstStyle>
            <a:lvl1pPr>
              <a:defRPr lang="en-US" sz="2400" b="1" dirty="0" smtClean="0">
                <a:solidFill>
                  <a:srgbClr val="595959"/>
                </a:solidFill>
                <a:latin typeface="Frutiger 45 Light" pitchFamily="2" charset="0"/>
              </a:defRPr>
            </a:lvl1pPr>
            <a:lvl2pPr>
              <a:defRPr sz="2000">
                <a:solidFill>
                  <a:srgbClr val="595959"/>
                </a:solidFill>
                <a:latin typeface="Frutiger 45 Light" pitchFamily="2" charset="0"/>
              </a:defRPr>
            </a:lvl2pPr>
            <a:lvl3pPr>
              <a:defRPr sz="1800">
                <a:solidFill>
                  <a:srgbClr val="595959"/>
                </a:solidFill>
                <a:latin typeface="Frutiger 45 Light" pitchFamily="2" charset="0"/>
              </a:defRPr>
            </a:lvl3pPr>
            <a:lvl4pPr>
              <a:defRPr sz="1400">
                <a:solidFill>
                  <a:srgbClr val="595959"/>
                </a:solidFill>
                <a:latin typeface="Frutiger 45 Light" pitchFamily="2" charset="0"/>
              </a:defRPr>
            </a:lvl4pPr>
            <a:lvl5pPr>
              <a:defRPr sz="1400">
                <a:solidFill>
                  <a:srgbClr val="595959"/>
                </a:solidFill>
                <a:latin typeface="Frutiger 45 Light" pitchFamily="2" charset="0"/>
              </a:defRPr>
            </a:lvl5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/>
              <a:t>Click to edit Master text styles</a:t>
            </a:r>
          </a:p>
          <a:p>
            <a:pPr marL="0" lvl="1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/>
              <a:t>Second level</a:t>
            </a:r>
          </a:p>
          <a:p>
            <a:pPr marL="0" lvl="2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/>
              <a:t>Third level</a:t>
            </a:r>
          </a:p>
          <a:p>
            <a:pPr marL="0" lvl="3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/>
              <a:t>Fourth level</a:t>
            </a:r>
          </a:p>
          <a:p>
            <a:pPr marL="0" lvl="4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/>
              <a:t>Fifth level</a:t>
            </a:r>
            <a:endParaRPr lang="en-US" dirty="0"/>
          </a:p>
        </p:txBody>
      </p:sp>
      <p:sp>
        <p:nvSpPr>
          <p:cNvPr id="18" name="Content Placeholder 2">
            <a:extLst>
              <a:ext uri="{FF2B5EF4-FFF2-40B4-BE49-F238E27FC236}">
                <a16:creationId xmlns:a16="http://schemas.microsoft.com/office/drawing/2014/main" id="{CFDB344D-832A-4E14-93A2-EF0879A2EDA0}"/>
              </a:ext>
            </a:extLst>
          </p:cNvPr>
          <p:cNvSpPr>
            <a:spLocks noGrp="1"/>
          </p:cNvSpPr>
          <p:nvPr>
            <p:ph idx="16"/>
          </p:nvPr>
        </p:nvSpPr>
        <p:spPr>
          <a:xfrm>
            <a:off x="6241141" y="2663457"/>
            <a:ext cx="5417458" cy="3432302"/>
          </a:xfrm>
        </p:spPr>
        <p:txBody>
          <a:bodyPr/>
          <a:lstStyle>
            <a:lvl1pPr>
              <a:defRPr lang="en-US" sz="2400" b="1" dirty="0" smtClean="0">
                <a:solidFill>
                  <a:srgbClr val="595959"/>
                </a:solidFill>
                <a:latin typeface="Frutiger 45 Light" pitchFamily="2" charset="0"/>
              </a:defRPr>
            </a:lvl1pPr>
            <a:lvl2pPr>
              <a:defRPr sz="2000">
                <a:solidFill>
                  <a:srgbClr val="595959"/>
                </a:solidFill>
                <a:latin typeface="Frutiger 45 Light" pitchFamily="2" charset="0"/>
              </a:defRPr>
            </a:lvl2pPr>
            <a:lvl3pPr>
              <a:defRPr sz="1800">
                <a:solidFill>
                  <a:srgbClr val="595959"/>
                </a:solidFill>
                <a:latin typeface="Frutiger 45 Light" pitchFamily="2" charset="0"/>
              </a:defRPr>
            </a:lvl3pPr>
            <a:lvl4pPr>
              <a:defRPr sz="1400">
                <a:solidFill>
                  <a:srgbClr val="595959"/>
                </a:solidFill>
                <a:latin typeface="Frutiger 45 Light" pitchFamily="2" charset="0"/>
              </a:defRPr>
            </a:lvl4pPr>
            <a:lvl5pPr>
              <a:defRPr sz="1400">
                <a:solidFill>
                  <a:srgbClr val="595959"/>
                </a:solidFill>
                <a:latin typeface="Frutiger 45 Light" pitchFamily="2" charset="0"/>
              </a:defRPr>
            </a:lvl5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/>
              <a:t>Click to edit Master text styles</a:t>
            </a:r>
          </a:p>
          <a:p>
            <a:pPr marL="0" lvl="1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/>
              <a:t>Second level</a:t>
            </a:r>
          </a:p>
          <a:p>
            <a:pPr marL="0" lvl="2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/>
              <a:t>Third level</a:t>
            </a:r>
          </a:p>
          <a:p>
            <a:pPr marL="0" lvl="3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/>
              <a:t>Fourth level</a:t>
            </a:r>
          </a:p>
          <a:p>
            <a:pPr marL="0" lvl="4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/>
              <a:t>Fifth level</a:t>
            </a:r>
            <a:endParaRPr lang="en-US" dirty="0"/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EF8A07F5-F0F3-56A0-B462-8A048CE6942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33399" y="469835"/>
            <a:ext cx="11125200" cy="434975"/>
          </a:xfrm>
        </p:spPr>
        <p:txBody>
          <a:bodyPr vert="horz" lIns="91440" tIns="45720" rIns="91440" bIns="45720" rtlCol="0">
            <a:noAutofit/>
          </a:bodyPr>
          <a:lstStyle>
            <a:lvl1pPr>
              <a:defRPr lang="en-US" sz="3200" b="1" kern="1200" dirty="0">
                <a:solidFill>
                  <a:srgbClr val="595959"/>
                </a:solidFill>
                <a:latin typeface="Frutiger 45 bold"/>
                <a:ea typeface="+mn-ea"/>
                <a:cs typeface="Calibri" panose="020F0502020204030204" pitchFamily="34" charset="0"/>
              </a:defRPr>
            </a:lvl1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</a:pPr>
            <a:r>
              <a:rPr lang="en-US" dirty="0"/>
              <a:t>Title Here</a:t>
            </a:r>
          </a:p>
        </p:txBody>
      </p:sp>
      <p:pic>
        <p:nvPicPr>
          <p:cNvPr id="10" name="Picture 9" descr="Background pattern&#10;&#10;Description automatically generated">
            <a:extLst>
              <a:ext uri="{FF2B5EF4-FFF2-40B4-BE49-F238E27FC236}">
                <a16:creationId xmlns:a16="http://schemas.microsoft.com/office/drawing/2014/main" id="{4DD8A8A8-2642-F3FA-DCC7-296A6B23D36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>
            <a:off x="10813091" y="5882639"/>
            <a:ext cx="1388513" cy="989973"/>
          </a:xfrm>
          <a:prstGeom prst="rect">
            <a:avLst/>
          </a:prstGeom>
        </p:spPr>
      </p:pic>
      <p:sp>
        <p:nvSpPr>
          <p:cNvPr id="14" name="Marcador de número de diapositiva 5">
            <a:extLst>
              <a:ext uri="{FF2B5EF4-FFF2-40B4-BE49-F238E27FC236}">
                <a16:creationId xmlns:a16="http://schemas.microsoft.com/office/drawing/2014/main" id="{0A8FC8DD-D1CD-B223-1096-CE2AAC973F80}"/>
              </a:ext>
            </a:extLst>
          </p:cNvPr>
          <p:cNvSpPr txBox="1">
            <a:spLocks/>
          </p:cNvSpPr>
          <p:nvPr userDrawn="1"/>
        </p:nvSpPr>
        <p:spPr>
          <a:xfrm>
            <a:off x="11221092" y="6437871"/>
            <a:ext cx="828094" cy="324138"/>
          </a:xfrm>
          <a:prstGeom prst="rect">
            <a:avLst/>
          </a:prstGeom>
        </p:spPr>
        <p:txBody>
          <a:bodyPr lIns="104891" tIns="52445" rIns="104891" bIns="52445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FF439014-E629-42E3-A58B-61A0F1C8CFFE}" type="slidenum">
              <a:rPr lang="en-US" sz="1200" b="0" smtClean="0">
                <a:solidFill>
                  <a:srgbClr val="00001E"/>
                </a:solidFill>
                <a:latin typeface="Frutiger 45 Light" pitchFamily="2" charset="0"/>
                <a:cs typeface="Calibri" panose="020F0502020204030204" pitchFamily="34" charset="0"/>
              </a:rPr>
              <a:pPr algn="r"/>
              <a:t>‹#›</a:t>
            </a:fld>
            <a:endParaRPr lang="en-US" sz="1200" b="0" dirty="0">
              <a:solidFill>
                <a:srgbClr val="00001E"/>
              </a:solidFill>
              <a:latin typeface="Frutiger 45 Light" pitchFamily="2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7192015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Background pattern&#10;&#10;Description automatically generated">
            <a:extLst>
              <a:ext uri="{FF2B5EF4-FFF2-40B4-BE49-F238E27FC236}">
                <a16:creationId xmlns:a16="http://schemas.microsoft.com/office/drawing/2014/main" id="{76CF0EE8-1D27-DB0B-D74F-2627C320CB3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>
            <a:off x="10813091" y="5882639"/>
            <a:ext cx="1388513" cy="989973"/>
          </a:xfrm>
          <a:prstGeom prst="rect">
            <a:avLst/>
          </a:prstGeom>
        </p:spPr>
      </p:pic>
      <p:sp>
        <p:nvSpPr>
          <p:cNvPr id="4" name="Marcador de número de diapositiva 5">
            <a:extLst>
              <a:ext uri="{FF2B5EF4-FFF2-40B4-BE49-F238E27FC236}">
                <a16:creationId xmlns:a16="http://schemas.microsoft.com/office/drawing/2014/main" id="{3CBCC0C3-A39C-312F-C0F0-B965E11FFDA0}"/>
              </a:ext>
            </a:extLst>
          </p:cNvPr>
          <p:cNvSpPr txBox="1">
            <a:spLocks/>
          </p:cNvSpPr>
          <p:nvPr userDrawn="1"/>
        </p:nvSpPr>
        <p:spPr>
          <a:xfrm>
            <a:off x="11221092" y="6437871"/>
            <a:ext cx="828094" cy="324138"/>
          </a:xfrm>
          <a:prstGeom prst="rect">
            <a:avLst/>
          </a:prstGeom>
        </p:spPr>
        <p:txBody>
          <a:bodyPr lIns="104891" tIns="52445" rIns="104891" bIns="52445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FF439014-E629-42E3-A58B-61A0F1C8CFFE}" type="slidenum">
              <a:rPr lang="en-US" sz="1200" b="0" smtClean="0">
                <a:solidFill>
                  <a:srgbClr val="00001E"/>
                </a:solidFill>
                <a:latin typeface="Frutiger 45 Light" pitchFamily="2" charset="0"/>
                <a:cs typeface="Calibri" panose="020F0502020204030204" pitchFamily="34" charset="0"/>
              </a:rPr>
              <a:pPr algn="r"/>
              <a:t>‹#›</a:t>
            </a:fld>
            <a:endParaRPr lang="en-US" sz="1200" b="0" dirty="0">
              <a:solidFill>
                <a:srgbClr val="00001E"/>
              </a:solidFill>
              <a:latin typeface="Frutiger 45 Light" pitchFamily="2" charset="0"/>
              <a:cs typeface="Calibri" panose="020F0502020204030204" pitchFamily="34" charset="0"/>
            </a:endParaRPr>
          </a:p>
        </p:txBody>
      </p:sp>
      <p:pic>
        <p:nvPicPr>
          <p:cNvPr id="9" name="Picture 8" descr="Background pattern&#10;&#10;Description automatically generated">
            <a:extLst>
              <a:ext uri="{FF2B5EF4-FFF2-40B4-BE49-F238E27FC236}">
                <a16:creationId xmlns:a16="http://schemas.microsoft.com/office/drawing/2014/main" id="{0E2AFA92-4A8A-D692-CB16-A5351C9E577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0862"/>
            <a:ext cx="5760164" cy="4106844"/>
          </a:xfrm>
          <a:prstGeom prst="rect">
            <a:avLst/>
          </a:prstGeom>
        </p:spPr>
      </p:pic>
      <p:sp>
        <p:nvSpPr>
          <p:cNvPr id="8" name="Text Placeholder 13">
            <a:extLst>
              <a:ext uri="{FF2B5EF4-FFF2-40B4-BE49-F238E27FC236}">
                <a16:creationId xmlns:a16="http://schemas.microsoft.com/office/drawing/2014/main" id="{773A9ED4-9BDF-42B0-B98D-5F105B1AC11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646042" y="961005"/>
            <a:ext cx="8911647" cy="434975"/>
          </a:xfrm>
        </p:spPr>
        <p:txBody>
          <a:bodyPr vert="horz" lIns="91440" tIns="45720" rIns="91440" bIns="45720" rtlCol="0">
            <a:noAutofit/>
          </a:bodyPr>
          <a:lstStyle>
            <a:lvl1pPr>
              <a:defRPr lang="en-US" sz="3200" b="1" dirty="0">
                <a:solidFill>
                  <a:srgbClr val="595959"/>
                </a:solidFill>
                <a:latin typeface="+mj-lt"/>
              </a:defRPr>
            </a:lvl1pPr>
          </a:lstStyle>
          <a:p>
            <a:pPr marL="0" lvl="0" indent="0">
              <a:buFontTx/>
              <a:buNone/>
            </a:pPr>
            <a:r>
              <a:rPr lang="en-US" dirty="0"/>
              <a:t>Title Here</a:t>
            </a:r>
          </a:p>
        </p:txBody>
      </p:sp>
      <p:sp>
        <p:nvSpPr>
          <p:cNvPr id="21" name="Content Placeholder 2">
            <a:extLst>
              <a:ext uri="{FF2B5EF4-FFF2-40B4-BE49-F238E27FC236}">
                <a16:creationId xmlns:a16="http://schemas.microsoft.com/office/drawing/2014/main" id="{EB90635A-C270-48A0-A1B0-C1B896E998AA}"/>
              </a:ext>
            </a:extLst>
          </p:cNvPr>
          <p:cNvSpPr>
            <a:spLocks noGrp="1"/>
          </p:cNvSpPr>
          <p:nvPr>
            <p:ph idx="15"/>
          </p:nvPr>
        </p:nvSpPr>
        <p:spPr>
          <a:xfrm>
            <a:off x="1663792" y="1712849"/>
            <a:ext cx="8864415" cy="3432302"/>
          </a:xfrm>
        </p:spPr>
        <p:txBody>
          <a:bodyPr/>
          <a:lstStyle>
            <a:lvl1pPr>
              <a:defRPr lang="en-US" sz="2400" b="1" dirty="0" smtClean="0">
                <a:solidFill>
                  <a:srgbClr val="595959"/>
                </a:solidFill>
                <a:latin typeface="Frutiger 45 Light" pitchFamily="2" charset="0"/>
              </a:defRPr>
            </a:lvl1pPr>
            <a:lvl2pPr marL="114300" indent="-342900">
              <a:buFont typeface="Wingdings" pitchFamily="2" charset="2"/>
              <a:buChar char="§"/>
              <a:defRPr sz="2000">
                <a:solidFill>
                  <a:srgbClr val="595959"/>
                </a:solidFill>
                <a:latin typeface="Frutiger 45 Light" pitchFamily="2" charset="0"/>
              </a:defRPr>
            </a:lvl2pPr>
            <a:lvl3pPr marL="1085850" indent="-285750">
              <a:buFont typeface="Wingdings" pitchFamily="2" charset="2"/>
              <a:buChar char="§"/>
              <a:defRPr sz="1800">
                <a:solidFill>
                  <a:srgbClr val="595959"/>
                </a:solidFill>
                <a:latin typeface="Frutiger 45 Light" pitchFamily="2" charset="0"/>
              </a:defRPr>
            </a:lvl3pPr>
            <a:lvl4pPr marL="1600200" indent="-285750">
              <a:buFont typeface="Wingdings" pitchFamily="2" charset="2"/>
              <a:buChar char="§"/>
              <a:defRPr sz="1400">
                <a:solidFill>
                  <a:srgbClr val="595959"/>
                </a:solidFill>
                <a:latin typeface="Frutiger 45 Light" pitchFamily="2" charset="0"/>
              </a:defRPr>
            </a:lvl4pPr>
            <a:lvl5pPr>
              <a:buFont typeface="Wingdings" pitchFamily="2" charset="2"/>
              <a:buChar char="§"/>
              <a:defRPr sz="1400">
                <a:solidFill>
                  <a:srgbClr val="595959"/>
                </a:solidFill>
                <a:latin typeface="Frutiger 45 Light" pitchFamily="2" charset="0"/>
              </a:defRPr>
            </a:lvl5pPr>
          </a:lstStyle>
          <a:p>
            <a:pPr marL="228600" lvl="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</a:pPr>
            <a:r>
              <a:rPr lang="en-US"/>
              <a:t>Click to edit Master text styles</a:t>
            </a:r>
          </a:p>
          <a:p>
            <a:pPr marL="228600" lvl="1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</a:pPr>
            <a:r>
              <a:rPr lang="en-US"/>
              <a:t>Second level</a:t>
            </a:r>
          </a:p>
          <a:p>
            <a:pPr marL="228600" lvl="2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</a:pPr>
            <a:r>
              <a:rPr lang="en-US"/>
              <a:t>Third level</a:t>
            </a:r>
          </a:p>
          <a:p>
            <a:pPr marL="228600" lvl="3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</a:pPr>
            <a:r>
              <a:rPr lang="en-US"/>
              <a:t>Fourth level</a:t>
            </a:r>
          </a:p>
          <a:p>
            <a:pPr marL="228600" lvl="4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</a:pPr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686893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815C7D-CC90-4232-9BFD-B2B1B29D3D2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3400" y="1163411"/>
            <a:ext cx="10515600" cy="1325563"/>
          </a:xfrm>
        </p:spPr>
        <p:txBody>
          <a:bodyPr>
            <a:normAutofit/>
          </a:bodyPr>
          <a:lstStyle>
            <a:lvl1pPr>
              <a:defRPr lang="en-US" sz="2800" b="1" kern="1200" dirty="0">
                <a:solidFill>
                  <a:srgbClr val="595959"/>
                </a:solidFill>
                <a:latin typeface="Frutiger 45 Light" pitchFamily="2" charset="0"/>
                <a:ea typeface="+mn-ea"/>
                <a:cs typeface="Calibri" panose="020F0502020204030204" pitchFamily="34" charset="0"/>
              </a:defRPr>
            </a:lvl1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 dirty="0"/>
              <a:t>Headline goes here</a:t>
            </a:r>
            <a:br>
              <a:rPr lang="en-US" dirty="0"/>
            </a:br>
            <a:r>
              <a:rPr lang="en-US" dirty="0"/>
              <a:t>Headline goes here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06252767-4743-47D6-B4D1-07FC2385DD2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33400" y="2815546"/>
            <a:ext cx="10515600" cy="2743200"/>
          </a:xfrm>
        </p:spPr>
        <p:txBody>
          <a:bodyPr>
            <a:normAutofit/>
          </a:bodyPr>
          <a:lstStyle>
            <a:lvl1pPr marL="0" indent="0">
              <a:buNone/>
              <a:defRPr sz="1600">
                <a:solidFill>
                  <a:srgbClr val="595959"/>
                </a:solidFill>
                <a:latin typeface="Frutiger 45 Light" pitchFamily="2" charset="0"/>
                <a:cs typeface="Calibri" panose="020F0502020204030204" pitchFamily="34" charset="0"/>
              </a:defRPr>
            </a:lvl1pPr>
            <a:lvl2pPr marL="457200" indent="0">
              <a:buNone/>
              <a:defRPr>
                <a:solidFill>
                  <a:schemeClr val="bg1"/>
                </a:solidFill>
              </a:defRPr>
            </a:lvl2pPr>
            <a:lvl3pPr marL="914400" indent="0">
              <a:buNone/>
              <a:defRPr>
                <a:solidFill>
                  <a:schemeClr val="bg1"/>
                </a:solidFill>
              </a:defRPr>
            </a:lvl3pPr>
            <a:lvl4pPr marL="1371600" indent="0">
              <a:buNone/>
              <a:defRPr>
                <a:solidFill>
                  <a:schemeClr val="bg1"/>
                </a:solidFill>
              </a:defRPr>
            </a:lvl4pPr>
            <a:lvl5pPr marL="18288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13">
            <a:extLst>
              <a:ext uri="{FF2B5EF4-FFF2-40B4-BE49-F238E27FC236}">
                <a16:creationId xmlns:a16="http://schemas.microsoft.com/office/drawing/2014/main" id="{11611A3D-47D0-3647-0CCE-0CB7D32E60C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33399" y="469835"/>
            <a:ext cx="11125200" cy="434975"/>
          </a:xfrm>
        </p:spPr>
        <p:txBody>
          <a:bodyPr vert="horz" lIns="91440" tIns="45720" rIns="91440" bIns="45720" rtlCol="0">
            <a:noAutofit/>
          </a:bodyPr>
          <a:lstStyle>
            <a:lvl1pPr>
              <a:defRPr lang="en-US" sz="3200" b="1" kern="1200" dirty="0">
                <a:solidFill>
                  <a:srgbClr val="595959"/>
                </a:solidFill>
                <a:latin typeface="Frutiger 45 bold"/>
                <a:ea typeface="+mn-ea"/>
                <a:cs typeface="Calibri" panose="020F0502020204030204" pitchFamily="34" charset="0"/>
              </a:defRPr>
            </a:lvl1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</a:pPr>
            <a:r>
              <a:rPr lang="en-US" dirty="0"/>
              <a:t>Title Here</a:t>
            </a:r>
          </a:p>
        </p:txBody>
      </p:sp>
      <p:pic>
        <p:nvPicPr>
          <p:cNvPr id="11" name="Picture 10" descr="Background pattern&#10;&#10;Description automatically generated">
            <a:extLst>
              <a:ext uri="{FF2B5EF4-FFF2-40B4-BE49-F238E27FC236}">
                <a16:creationId xmlns:a16="http://schemas.microsoft.com/office/drawing/2014/main" id="{763F4705-5885-9139-7C1E-5E2F720F77D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>
            <a:off x="10813091" y="5882639"/>
            <a:ext cx="1388513" cy="989973"/>
          </a:xfrm>
          <a:prstGeom prst="rect">
            <a:avLst/>
          </a:prstGeom>
        </p:spPr>
      </p:pic>
      <p:sp>
        <p:nvSpPr>
          <p:cNvPr id="12" name="Marcador de número de diapositiva 5">
            <a:extLst>
              <a:ext uri="{FF2B5EF4-FFF2-40B4-BE49-F238E27FC236}">
                <a16:creationId xmlns:a16="http://schemas.microsoft.com/office/drawing/2014/main" id="{9314451A-6C5B-D5A1-9DD9-55A1359B67FC}"/>
              </a:ext>
            </a:extLst>
          </p:cNvPr>
          <p:cNvSpPr txBox="1">
            <a:spLocks/>
          </p:cNvSpPr>
          <p:nvPr userDrawn="1"/>
        </p:nvSpPr>
        <p:spPr>
          <a:xfrm>
            <a:off x="11221092" y="6437871"/>
            <a:ext cx="828094" cy="324138"/>
          </a:xfrm>
          <a:prstGeom prst="rect">
            <a:avLst/>
          </a:prstGeom>
        </p:spPr>
        <p:txBody>
          <a:bodyPr lIns="104891" tIns="52445" rIns="104891" bIns="52445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FF439014-E629-42E3-A58B-61A0F1C8CFFE}" type="slidenum">
              <a:rPr lang="en-US" sz="1200" b="0" smtClean="0">
                <a:solidFill>
                  <a:srgbClr val="00001E"/>
                </a:solidFill>
                <a:latin typeface="Frutiger 45 Light" pitchFamily="2" charset="0"/>
                <a:cs typeface="Calibri" panose="020F0502020204030204" pitchFamily="34" charset="0"/>
              </a:rPr>
              <a:pPr algn="r"/>
              <a:t>‹#›</a:t>
            </a:fld>
            <a:endParaRPr lang="en-US" sz="1200" b="0" dirty="0">
              <a:solidFill>
                <a:srgbClr val="00001E"/>
              </a:solidFill>
              <a:latin typeface="Frutiger 45 Light" pitchFamily="2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7555152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264" userDrawn="1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>
            <a:extLst>
              <a:ext uri="{FF2B5EF4-FFF2-40B4-BE49-F238E27FC236}">
                <a16:creationId xmlns:a16="http://schemas.microsoft.com/office/drawing/2014/main" id="{5CDA55D2-453F-4E7D-AF30-1542DF26EE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8972" y="457200"/>
            <a:ext cx="4293054" cy="1600200"/>
          </a:xfrm>
        </p:spPr>
        <p:txBody>
          <a:bodyPr vert="horz" lIns="91440" tIns="45720" rIns="91440" bIns="45720" rtlCol="0">
            <a:noAutofit/>
          </a:bodyPr>
          <a:lstStyle>
            <a:lvl1pPr>
              <a:defRPr lang="en-US" sz="3200" b="1" kern="1200" dirty="0">
                <a:solidFill>
                  <a:srgbClr val="595959"/>
                </a:solidFill>
                <a:latin typeface="Frutiger 45 bold"/>
                <a:ea typeface="+mn-ea"/>
                <a:cs typeface="Calibri" panose="020F0502020204030204" pitchFamily="34" charset="0"/>
              </a:defRPr>
            </a:lvl1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</a:pPr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6" name="Text Placeholder 3">
            <a:extLst>
              <a:ext uri="{FF2B5EF4-FFF2-40B4-BE49-F238E27FC236}">
                <a16:creationId xmlns:a16="http://schemas.microsoft.com/office/drawing/2014/main" id="{81469E54-C50A-4DB5-B104-9B998831769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78972" y="2057400"/>
            <a:ext cx="4293054" cy="3811588"/>
          </a:xfrm>
        </p:spPr>
        <p:txBody>
          <a:bodyPr/>
          <a:lstStyle>
            <a:lvl1pPr marL="0" indent="0">
              <a:buNone/>
              <a:defRPr sz="1600">
                <a:solidFill>
                  <a:srgbClr val="595959"/>
                </a:solidFill>
                <a:latin typeface="Frutiger 45 Light" pitchFamily="2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Content Placeholder 2">
            <a:extLst>
              <a:ext uri="{FF2B5EF4-FFF2-40B4-BE49-F238E27FC236}">
                <a16:creationId xmlns:a16="http://schemas.microsoft.com/office/drawing/2014/main" id="{AE8A5CEA-5F4E-4109-ACB7-808AE0D5B170}"/>
              </a:ext>
            </a:extLst>
          </p:cNvPr>
          <p:cNvSpPr>
            <a:spLocks noGrp="1"/>
          </p:cNvSpPr>
          <p:nvPr>
            <p:ph idx="16"/>
          </p:nvPr>
        </p:nvSpPr>
        <p:spPr>
          <a:xfrm>
            <a:off x="5306569" y="2055542"/>
            <a:ext cx="5181599" cy="3813445"/>
          </a:xfrm>
        </p:spPr>
        <p:txBody>
          <a:bodyPr/>
          <a:lstStyle>
            <a:lvl1pPr>
              <a:defRPr lang="en-US" sz="2400" b="1" dirty="0" smtClean="0">
                <a:solidFill>
                  <a:srgbClr val="595959"/>
                </a:solidFill>
                <a:latin typeface="Frutiger 45 Light" pitchFamily="2" charset="0"/>
              </a:defRPr>
            </a:lvl1pPr>
            <a:lvl2pPr>
              <a:defRPr sz="2000">
                <a:solidFill>
                  <a:srgbClr val="595959"/>
                </a:solidFill>
                <a:latin typeface="Frutiger 45 Light" pitchFamily="2" charset="0"/>
              </a:defRPr>
            </a:lvl2pPr>
            <a:lvl3pPr>
              <a:defRPr sz="1800">
                <a:solidFill>
                  <a:srgbClr val="595959"/>
                </a:solidFill>
                <a:latin typeface="Frutiger 45 Light" pitchFamily="2" charset="0"/>
              </a:defRPr>
            </a:lvl3pPr>
            <a:lvl4pPr>
              <a:defRPr sz="1400">
                <a:solidFill>
                  <a:srgbClr val="595959"/>
                </a:solidFill>
                <a:latin typeface="Frutiger 45 Light" pitchFamily="2" charset="0"/>
              </a:defRPr>
            </a:lvl4pPr>
            <a:lvl5pPr>
              <a:defRPr sz="1400">
                <a:solidFill>
                  <a:srgbClr val="595959"/>
                </a:solidFill>
                <a:latin typeface="Frutiger 45 Light" pitchFamily="2" charset="0"/>
              </a:defRPr>
            </a:lvl5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/>
              <a:t>Click to edit Master text styles</a:t>
            </a:r>
          </a:p>
          <a:p>
            <a:pPr marL="0" lvl="1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/>
              <a:t>Second level</a:t>
            </a:r>
          </a:p>
          <a:p>
            <a:pPr marL="0" lvl="2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/>
              <a:t>Third level</a:t>
            </a:r>
          </a:p>
          <a:p>
            <a:pPr marL="0" lvl="3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/>
              <a:t>Fourth level</a:t>
            </a:r>
          </a:p>
          <a:p>
            <a:pPr marL="0" lvl="4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/>
              <a:t>Fifth level</a:t>
            </a:r>
            <a:endParaRPr lang="en-US" dirty="0"/>
          </a:p>
        </p:txBody>
      </p:sp>
      <p:pic>
        <p:nvPicPr>
          <p:cNvPr id="9" name="Picture 8" descr="Background pattern&#10;&#10;Description automatically generated">
            <a:extLst>
              <a:ext uri="{FF2B5EF4-FFF2-40B4-BE49-F238E27FC236}">
                <a16:creationId xmlns:a16="http://schemas.microsoft.com/office/drawing/2014/main" id="{7916254B-43C5-9C82-7FF6-BC881992F73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>
            <a:off x="10813091" y="5882639"/>
            <a:ext cx="1388513" cy="989973"/>
          </a:xfrm>
          <a:prstGeom prst="rect">
            <a:avLst/>
          </a:prstGeom>
        </p:spPr>
      </p:pic>
      <p:sp>
        <p:nvSpPr>
          <p:cNvPr id="10" name="Marcador de número de diapositiva 5">
            <a:extLst>
              <a:ext uri="{FF2B5EF4-FFF2-40B4-BE49-F238E27FC236}">
                <a16:creationId xmlns:a16="http://schemas.microsoft.com/office/drawing/2014/main" id="{32BAEA48-FEC5-7F2A-1732-CFFB91C99D61}"/>
              </a:ext>
            </a:extLst>
          </p:cNvPr>
          <p:cNvSpPr txBox="1">
            <a:spLocks/>
          </p:cNvSpPr>
          <p:nvPr userDrawn="1"/>
        </p:nvSpPr>
        <p:spPr>
          <a:xfrm>
            <a:off x="11221092" y="6437871"/>
            <a:ext cx="828094" cy="324138"/>
          </a:xfrm>
          <a:prstGeom prst="rect">
            <a:avLst/>
          </a:prstGeom>
        </p:spPr>
        <p:txBody>
          <a:bodyPr lIns="104891" tIns="52445" rIns="104891" bIns="52445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FF439014-E629-42E3-A58B-61A0F1C8CFFE}" type="slidenum">
              <a:rPr lang="en-US" sz="1200" b="0" smtClean="0">
                <a:solidFill>
                  <a:srgbClr val="00001E"/>
                </a:solidFill>
                <a:latin typeface="Frutiger 45 Light" pitchFamily="2" charset="0"/>
                <a:cs typeface="Calibri" panose="020F0502020204030204" pitchFamily="34" charset="0"/>
              </a:rPr>
              <a:pPr algn="r"/>
              <a:t>‹#›</a:t>
            </a:fld>
            <a:endParaRPr lang="en-US" sz="1200" b="0" dirty="0">
              <a:solidFill>
                <a:srgbClr val="00001E"/>
              </a:solidFill>
              <a:latin typeface="Frutiger 45 Light" pitchFamily="2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5079577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">
            <a:extLst>
              <a:ext uri="{FF2B5EF4-FFF2-40B4-BE49-F238E27FC236}">
                <a16:creationId xmlns:a16="http://schemas.microsoft.com/office/drawing/2014/main" id="{AB7F8B00-12EF-4751-A034-D733BB7D51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8972" y="457200"/>
            <a:ext cx="4293054" cy="1600200"/>
          </a:xfrm>
        </p:spPr>
        <p:txBody>
          <a:bodyPr vert="horz" lIns="91440" tIns="45720" rIns="91440" bIns="45720" rtlCol="0">
            <a:noAutofit/>
          </a:bodyPr>
          <a:lstStyle>
            <a:lvl1pPr>
              <a:defRPr lang="en-US" sz="3200" b="1" kern="1200" dirty="0">
                <a:solidFill>
                  <a:srgbClr val="595959"/>
                </a:solidFill>
                <a:latin typeface="Frutiger 45 bold"/>
                <a:ea typeface="+mn-ea"/>
                <a:cs typeface="Calibri" panose="020F0502020204030204" pitchFamily="34" charset="0"/>
              </a:defRPr>
            </a:lvl1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</a:pPr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Picture Placeholder 2">
            <a:extLst>
              <a:ext uri="{FF2B5EF4-FFF2-40B4-BE49-F238E27FC236}">
                <a16:creationId xmlns:a16="http://schemas.microsoft.com/office/drawing/2014/main" id="{A5B0E1B6-489C-4643-9FE5-9D4A936A7B8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0"/>
            <a:ext cx="7008812" cy="6857999"/>
          </a:xfrm>
        </p:spPr>
        <p:txBody>
          <a:bodyPr/>
          <a:lstStyle>
            <a:lvl1pPr marL="0" indent="0">
              <a:buNone/>
              <a:defRPr sz="3200">
                <a:solidFill>
                  <a:srgbClr val="595959"/>
                </a:solidFill>
                <a:latin typeface="Frutiger 45 Light" pitchFamily="2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3" name="Text Placeholder 3">
            <a:extLst>
              <a:ext uri="{FF2B5EF4-FFF2-40B4-BE49-F238E27FC236}">
                <a16:creationId xmlns:a16="http://schemas.microsoft.com/office/drawing/2014/main" id="{A70DA0CC-8337-43E8-B632-01AC9639E72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78972" y="2057400"/>
            <a:ext cx="4293054" cy="3811588"/>
          </a:xfrm>
        </p:spPr>
        <p:txBody>
          <a:bodyPr/>
          <a:lstStyle>
            <a:lvl1pPr marL="0" indent="0">
              <a:buNone/>
              <a:defRPr sz="1600">
                <a:solidFill>
                  <a:srgbClr val="595959"/>
                </a:solidFill>
                <a:latin typeface="Frutiger 45 Light" pitchFamily="2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2" name="Picture 1" descr="Background pattern&#10;&#10;Description automatically generated">
            <a:extLst>
              <a:ext uri="{FF2B5EF4-FFF2-40B4-BE49-F238E27FC236}">
                <a16:creationId xmlns:a16="http://schemas.microsoft.com/office/drawing/2014/main" id="{B70154DA-9096-81F4-B455-E3499A1BD4D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>
            <a:off x="10813091" y="5882639"/>
            <a:ext cx="1388513" cy="989973"/>
          </a:xfrm>
          <a:prstGeom prst="rect">
            <a:avLst/>
          </a:prstGeom>
        </p:spPr>
      </p:pic>
      <p:sp>
        <p:nvSpPr>
          <p:cNvPr id="3" name="Marcador de número de diapositiva 5">
            <a:extLst>
              <a:ext uri="{FF2B5EF4-FFF2-40B4-BE49-F238E27FC236}">
                <a16:creationId xmlns:a16="http://schemas.microsoft.com/office/drawing/2014/main" id="{3D440A3F-6F49-A806-CA5F-776CACB1FDFB}"/>
              </a:ext>
            </a:extLst>
          </p:cNvPr>
          <p:cNvSpPr txBox="1">
            <a:spLocks/>
          </p:cNvSpPr>
          <p:nvPr userDrawn="1"/>
        </p:nvSpPr>
        <p:spPr>
          <a:xfrm>
            <a:off x="11221092" y="6437871"/>
            <a:ext cx="828094" cy="324138"/>
          </a:xfrm>
          <a:prstGeom prst="rect">
            <a:avLst/>
          </a:prstGeom>
        </p:spPr>
        <p:txBody>
          <a:bodyPr lIns="104891" tIns="52445" rIns="104891" bIns="52445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FF439014-E629-42E3-A58B-61A0F1C8CFFE}" type="slidenum">
              <a:rPr lang="en-US" sz="1200" b="0" smtClean="0">
                <a:solidFill>
                  <a:srgbClr val="00001E"/>
                </a:solidFill>
                <a:latin typeface="Frutiger 45 Light" pitchFamily="2" charset="0"/>
                <a:cs typeface="Calibri" panose="020F0502020204030204" pitchFamily="34" charset="0"/>
              </a:rPr>
              <a:pPr algn="r"/>
              <a:t>‹#›</a:t>
            </a:fld>
            <a:endParaRPr lang="en-US" sz="1200" b="0" dirty="0">
              <a:solidFill>
                <a:srgbClr val="00001E"/>
              </a:solidFill>
              <a:latin typeface="Frutiger 45 Light" pitchFamily="2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3288595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13">
            <a:extLst>
              <a:ext uri="{FF2B5EF4-FFF2-40B4-BE49-F238E27FC236}">
                <a16:creationId xmlns:a16="http://schemas.microsoft.com/office/drawing/2014/main" id="{F7878D79-3823-9575-1C88-56C4110E1E3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33399" y="469835"/>
            <a:ext cx="11125200" cy="434975"/>
          </a:xfrm>
        </p:spPr>
        <p:txBody>
          <a:bodyPr vert="horz" lIns="91440" tIns="45720" rIns="91440" bIns="45720" rtlCol="0">
            <a:noAutofit/>
          </a:bodyPr>
          <a:lstStyle>
            <a:lvl1pPr>
              <a:defRPr lang="en-US" sz="3200" b="1" kern="1200" dirty="0">
                <a:solidFill>
                  <a:srgbClr val="595959"/>
                </a:solidFill>
                <a:latin typeface="Frutiger 45 bold"/>
                <a:ea typeface="+mn-ea"/>
                <a:cs typeface="Calibri" panose="020F0502020204030204" pitchFamily="34" charset="0"/>
              </a:defRPr>
            </a:lvl1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</a:pPr>
            <a:r>
              <a:rPr lang="en-US" dirty="0"/>
              <a:t>Title Here</a:t>
            </a:r>
          </a:p>
        </p:txBody>
      </p:sp>
      <p:pic>
        <p:nvPicPr>
          <p:cNvPr id="2" name="Picture 1" descr="Background pattern&#10;&#10;Description automatically generated">
            <a:extLst>
              <a:ext uri="{FF2B5EF4-FFF2-40B4-BE49-F238E27FC236}">
                <a16:creationId xmlns:a16="http://schemas.microsoft.com/office/drawing/2014/main" id="{1379A390-F031-B6A4-9699-D7473C2034A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>
            <a:off x="10813091" y="5882639"/>
            <a:ext cx="1388513" cy="989973"/>
          </a:xfrm>
          <a:prstGeom prst="rect">
            <a:avLst/>
          </a:prstGeom>
        </p:spPr>
      </p:pic>
      <p:sp>
        <p:nvSpPr>
          <p:cNvPr id="4" name="Marcador de número de diapositiva 5">
            <a:extLst>
              <a:ext uri="{FF2B5EF4-FFF2-40B4-BE49-F238E27FC236}">
                <a16:creationId xmlns:a16="http://schemas.microsoft.com/office/drawing/2014/main" id="{BA5E112F-F5E3-1239-9356-9397EE4D0862}"/>
              </a:ext>
            </a:extLst>
          </p:cNvPr>
          <p:cNvSpPr txBox="1">
            <a:spLocks/>
          </p:cNvSpPr>
          <p:nvPr userDrawn="1"/>
        </p:nvSpPr>
        <p:spPr>
          <a:xfrm>
            <a:off x="11221092" y="6437871"/>
            <a:ext cx="828094" cy="324138"/>
          </a:xfrm>
          <a:prstGeom prst="rect">
            <a:avLst/>
          </a:prstGeom>
        </p:spPr>
        <p:txBody>
          <a:bodyPr lIns="104891" tIns="52445" rIns="104891" bIns="52445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FF439014-E629-42E3-A58B-61A0F1C8CFFE}" type="slidenum">
              <a:rPr lang="en-US" sz="1200" b="0" smtClean="0">
                <a:solidFill>
                  <a:srgbClr val="00001E"/>
                </a:solidFill>
                <a:latin typeface="Frutiger 45 Light" pitchFamily="2" charset="0"/>
                <a:cs typeface="Calibri" panose="020F0502020204030204" pitchFamily="34" charset="0"/>
              </a:rPr>
              <a:pPr algn="r"/>
              <a:t>‹#›</a:t>
            </a:fld>
            <a:endParaRPr lang="en-US" sz="1200" b="0" dirty="0">
              <a:solidFill>
                <a:srgbClr val="00001E"/>
              </a:solidFill>
              <a:latin typeface="Frutiger 45 Light" pitchFamily="2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9972691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963948A3-32FA-5533-16DA-635E26595B61}"/>
              </a:ext>
            </a:extLst>
          </p:cNvPr>
          <p:cNvSpPr/>
          <p:nvPr userDrawn="1"/>
        </p:nvSpPr>
        <p:spPr>
          <a:xfrm flipV="1">
            <a:off x="3351682" y="1567022"/>
            <a:ext cx="2466609" cy="3840464"/>
          </a:xfrm>
          <a:prstGeom prst="rect">
            <a:avLst/>
          </a:prstGeom>
          <a:gradFill flip="none" rotWithShape="1">
            <a:gsLst>
              <a:gs pos="0">
                <a:srgbClr val="F2F7FA"/>
              </a:gs>
              <a:gs pos="100000">
                <a:srgbClr val="F9F0E0"/>
              </a:gs>
            </a:gsLst>
            <a:lin ang="2700000" scaled="1"/>
            <a:tileRect/>
          </a:gradFill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800" b="0" i="0" u="none" strike="noStrike" kern="0" cap="none" spc="0" normalizeH="0" baseline="0" noProof="0">
              <a:ln>
                <a:noFill/>
              </a:ln>
              <a:solidFill>
                <a:srgbClr val="003865"/>
              </a:solidFill>
              <a:effectLst/>
              <a:uLnTx/>
              <a:uFillTx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447ABFF-7AC4-BAD1-41A4-E1FE5B8092EF}"/>
              </a:ext>
            </a:extLst>
          </p:cNvPr>
          <p:cNvSpPr/>
          <p:nvPr userDrawn="1"/>
        </p:nvSpPr>
        <p:spPr>
          <a:xfrm flipV="1">
            <a:off x="533272" y="1567022"/>
            <a:ext cx="2466609" cy="3840464"/>
          </a:xfrm>
          <a:prstGeom prst="rect">
            <a:avLst/>
          </a:prstGeom>
          <a:gradFill flip="none" rotWithShape="1">
            <a:gsLst>
              <a:gs pos="0">
                <a:srgbClr val="F2F7FA"/>
              </a:gs>
              <a:gs pos="100000">
                <a:srgbClr val="F9F0E0"/>
              </a:gs>
            </a:gsLst>
            <a:lin ang="2700000" scaled="1"/>
            <a:tileRect/>
          </a:gradFill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800" b="0" i="0" u="none" strike="noStrike" kern="0" cap="none" spc="0" normalizeH="0" baseline="0" noProof="0">
              <a:ln>
                <a:noFill/>
              </a:ln>
              <a:solidFill>
                <a:srgbClr val="003865"/>
              </a:solidFill>
              <a:effectLst/>
              <a:uLnTx/>
              <a:uFillTx/>
            </a:endParaRP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DB963FEE-DF85-5D77-1E01-49124A2CEAF5}"/>
              </a:ext>
            </a:extLst>
          </p:cNvPr>
          <p:cNvSpPr/>
          <p:nvPr userDrawn="1"/>
        </p:nvSpPr>
        <p:spPr>
          <a:xfrm flipV="1">
            <a:off x="6170092" y="1567022"/>
            <a:ext cx="2466609" cy="3840464"/>
          </a:xfrm>
          <a:prstGeom prst="rect">
            <a:avLst/>
          </a:prstGeom>
          <a:gradFill flip="none" rotWithShape="1">
            <a:gsLst>
              <a:gs pos="0">
                <a:srgbClr val="F2F7FA"/>
              </a:gs>
              <a:gs pos="100000">
                <a:srgbClr val="F9F0E0"/>
              </a:gs>
            </a:gsLst>
            <a:lin ang="2700000" scaled="1"/>
            <a:tileRect/>
          </a:gradFill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800" b="0" i="0" u="none" strike="noStrike" kern="0" cap="none" spc="0" normalizeH="0" baseline="0" noProof="0">
              <a:ln>
                <a:noFill/>
              </a:ln>
              <a:solidFill>
                <a:srgbClr val="003865"/>
              </a:solidFill>
              <a:effectLst/>
              <a:uLnTx/>
              <a:uFillTx/>
            </a:endParaRP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D5653896-D7CD-93EE-8417-E2C2E847A910}"/>
              </a:ext>
            </a:extLst>
          </p:cNvPr>
          <p:cNvSpPr/>
          <p:nvPr userDrawn="1"/>
        </p:nvSpPr>
        <p:spPr>
          <a:xfrm flipV="1">
            <a:off x="8988503" y="1567022"/>
            <a:ext cx="2466609" cy="3840464"/>
          </a:xfrm>
          <a:prstGeom prst="rect">
            <a:avLst/>
          </a:prstGeom>
          <a:gradFill flip="none" rotWithShape="1">
            <a:gsLst>
              <a:gs pos="0">
                <a:srgbClr val="F2F7FA"/>
              </a:gs>
              <a:gs pos="100000">
                <a:srgbClr val="F9F0E0"/>
              </a:gs>
            </a:gsLst>
            <a:lin ang="2700000" scaled="1"/>
            <a:tileRect/>
          </a:gradFill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800" b="0" i="0" u="none" strike="noStrike" kern="0" cap="none" spc="0" normalizeH="0" baseline="0" noProof="0">
              <a:ln>
                <a:noFill/>
              </a:ln>
              <a:solidFill>
                <a:srgbClr val="003865"/>
              </a:solidFill>
              <a:effectLst/>
              <a:uLnTx/>
              <a:uFillTx/>
            </a:endParaRPr>
          </a:p>
        </p:txBody>
      </p:sp>
      <p:sp>
        <p:nvSpPr>
          <p:cNvPr id="26" name="Picture Placeholder 25">
            <a:extLst>
              <a:ext uri="{FF2B5EF4-FFF2-40B4-BE49-F238E27FC236}">
                <a16:creationId xmlns:a16="http://schemas.microsoft.com/office/drawing/2014/main" id="{12ACBE6E-5DAE-5B6C-1E92-11C9C6623391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1361829" y="1964039"/>
            <a:ext cx="809494" cy="809495"/>
          </a:xfrm>
          <a:prstGeom prst="ellipse">
            <a:avLst/>
          </a:prstGeom>
          <a:ln>
            <a:noFill/>
          </a:ln>
        </p:spPr>
        <p:txBody>
          <a:bodyPr anchor="ctr">
            <a:noAutofit/>
          </a:bodyPr>
          <a:lstStyle>
            <a:lvl1pPr marL="0" indent="0" algn="ctr">
              <a:buFontTx/>
              <a:buNone/>
              <a:defRPr sz="1800"/>
            </a:lvl1pPr>
          </a:lstStyle>
          <a:p>
            <a:r>
              <a:rPr lang="en-US" dirty="0"/>
              <a:t>icon</a:t>
            </a:r>
          </a:p>
        </p:txBody>
      </p:sp>
      <p:sp>
        <p:nvSpPr>
          <p:cNvPr id="27" name="Picture Placeholder 25">
            <a:extLst>
              <a:ext uri="{FF2B5EF4-FFF2-40B4-BE49-F238E27FC236}">
                <a16:creationId xmlns:a16="http://schemas.microsoft.com/office/drawing/2014/main" id="{15DCB66B-4DA5-68F3-EAAE-A7B0A4F3B1D1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4180239" y="1964039"/>
            <a:ext cx="809494" cy="809495"/>
          </a:xfrm>
          <a:prstGeom prst="ellipse">
            <a:avLst/>
          </a:prstGeom>
          <a:ln>
            <a:noFill/>
          </a:ln>
        </p:spPr>
        <p:txBody>
          <a:bodyPr anchor="ctr">
            <a:noAutofit/>
          </a:bodyPr>
          <a:lstStyle>
            <a:lvl1pPr marL="0" indent="0" algn="ctr">
              <a:buFontTx/>
              <a:buNone/>
              <a:defRPr sz="1800"/>
            </a:lvl1pPr>
          </a:lstStyle>
          <a:p>
            <a:r>
              <a:rPr lang="en-US" dirty="0"/>
              <a:t>icon</a:t>
            </a:r>
          </a:p>
        </p:txBody>
      </p:sp>
      <p:sp>
        <p:nvSpPr>
          <p:cNvPr id="28" name="Picture Placeholder 25">
            <a:extLst>
              <a:ext uri="{FF2B5EF4-FFF2-40B4-BE49-F238E27FC236}">
                <a16:creationId xmlns:a16="http://schemas.microsoft.com/office/drawing/2014/main" id="{416EDE06-9533-67FB-BF24-DF6C76E3E628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6998649" y="1964039"/>
            <a:ext cx="809494" cy="809495"/>
          </a:xfrm>
          <a:prstGeom prst="ellipse">
            <a:avLst/>
          </a:prstGeom>
          <a:ln>
            <a:noFill/>
          </a:ln>
        </p:spPr>
        <p:txBody>
          <a:bodyPr anchor="ctr">
            <a:noAutofit/>
          </a:bodyPr>
          <a:lstStyle>
            <a:lvl1pPr marL="0" indent="0" algn="ctr">
              <a:buFontTx/>
              <a:buNone/>
              <a:defRPr sz="1800"/>
            </a:lvl1pPr>
          </a:lstStyle>
          <a:p>
            <a:r>
              <a:rPr lang="en-US" dirty="0"/>
              <a:t>icon</a:t>
            </a:r>
          </a:p>
        </p:txBody>
      </p:sp>
      <p:sp>
        <p:nvSpPr>
          <p:cNvPr id="29" name="Picture Placeholder 25">
            <a:extLst>
              <a:ext uri="{FF2B5EF4-FFF2-40B4-BE49-F238E27FC236}">
                <a16:creationId xmlns:a16="http://schemas.microsoft.com/office/drawing/2014/main" id="{690D0B6E-A10C-4C7A-3858-68AF26206F27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9817060" y="1964039"/>
            <a:ext cx="809494" cy="809495"/>
          </a:xfrm>
          <a:prstGeom prst="ellipse">
            <a:avLst/>
          </a:prstGeom>
          <a:ln>
            <a:noFill/>
          </a:ln>
        </p:spPr>
        <p:txBody>
          <a:bodyPr anchor="ctr">
            <a:noAutofit/>
          </a:bodyPr>
          <a:lstStyle>
            <a:lvl1pPr marL="0" indent="0" algn="ctr">
              <a:buFontTx/>
              <a:buNone/>
              <a:defRPr sz="1800"/>
            </a:lvl1pPr>
          </a:lstStyle>
          <a:p>
            <a:r>
              <a:rPr lang="en-US" dirty="0"/>
              <a:t>icon</a:t>
            </a:r>
          </a:p>
        </p:txBody>
      </p:sp>
      <p:sp>
        <p:nvSpPr>
          <p:cNvPr id="30" name="Text Placeholder 15">
            <a:extLst>
              <a:ext uri="{FF2B5EF4-FFF2-40B4-BE49-F238E27FC236}">
                <a16:creationId xmlns:a16="http://schemas.microsoft.com/office/drawing/2014/main" id="{7A05C422-6C2D-D524-06F6-FEBC6355E171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34234" y="3968221"/>
            <a:ext cx="2264685" cy="1173194"/>
          </a:xfrm>
        </p:spPr>
        <p:txBody>
          <a:bodyPr>
            <a:normAutofit/>
          </a:bodyPr>
          <a:lstStyle>
            <a:lvl1pPr marL="0" indent="0" algn="ctr">
              <a:buNone/>
              <a:defRPr sz="1400">
                <a:solidFill>
                  <a:schemeClr val="tx1"/>
                </a:solidFill>
                <a:latin typeface="Frutiger 45 Light" pitchFamily="2" charset="0"/>
                <a:cs typeface="Calibri" panose="020F0502020204030204" pitchFamily="34" charset="0"/>
              </a:defRPr>
            </a:lvl1pPr>
            <a:lvl2pPr marL="457200" indent="0">
              <a:buNone/>
              <a:defRPr>
                <a:solidFill>
                  <a:schemeClr val="bg1"/>
                </a:solidFill>
              </a:defRPr>
            </a:lvl2pPr>
            <a:lvl3pPr marL="914400" indent="0">
              <a:buNone/>
              <a:defRPr>
                <a:solidFill>
                  <a:schemeClr val="bg1"/>
                </a:solidFill>
              </a:defRPr>
            </a:lvl3pPr>
            <a:lvl4pPr marL="1371600" indent="0">
              <a:buNone/>
              <a:defRPr>
                <a:solidFill>
                  <a:schemeClr val="bg1"/>
                </a:solidFill>
              </a:defRPr>
            </a:lvl4pPr>
            <a:lvl5pPr marL="18288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Text Placeholder 15">
            <a:extLst>
              <a:ext uri="{FF2B5EF4-FFF2-40B4-BE49-F238E27FC236}">
                <a16:creationId xmlns:a16="http://schemas.microsoft.com/office/drawing/2014/main" id="{3B1E9743-4863-A723-9C60-5FC5D3DBEA72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3452644" y="3968221"/>
            <a:ext cx="2264685" cy="1173194"/>
          </a:xfrm>
        </p:spPr>
        <p:txBody>
          <a:bodyPr>
            <a:normAutofit/>
          </a:bodyPr>
          <a:lstStyle>
            <a:lvl1pPr marL="0" indent="0" algn="ctr">
              <a:buNone/>
              <a:defRPr sz="1400">
                <a:solidFill>
                  <a:schemeClr val="tx1"/>
                </a:solidFill>
                <a:latin typeface="Frutiger 45 Light" pitchFamily="2" charset="0"/>
                <a:cs typeface="Calibri" panose="020F0502020204030204" pitchFamily="34" charset="0"/>
              </a:defRPr>
            </a:lvl1pPr>
            <a:lvl2pPr marL="457200" indent="0">
              <a:buNone/>
              <a:defRPr>
                <a:solidFill>
                  <a:schemeClr val="bg1"/>
                </a:solidFill>
              </a:defRPr>
            </a:lvl2pPr>
            <a:lvl3pPr marL="914400" indent="0">
              <a:buNone/>
              <a:defRPr>
                <a:solidFill>
                  <a:schemeClr val="bg1"/>
                </a:solidFill>
              </a:defRPr>
            </a:lvl3pPr>
            <a:lvl4pPr marL="1371600" indent="0">
              <a:buNone/>
              <a:defRPr>
                <a:solidFill>
                  <a:schemeClr val="bg1"/>
                </a:solidFill>
              </a:defRPr>
            </a:lvl4pPr>
            <a:lvl5pPr marL="18288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2" name="Text Placeholder 15">
            <a:extLst>
              <a:ext uri="{FF2B5EF4-FFF2-40B4-BE49-F238E27FC236}">
                <a16:creationId xmlns:a16="http://schemas.microsoft.com/office/drawing/2014/main" id="{CD805F55-EF87-C927-683C-402E3B434938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6271054" y="3968221"/>
            <a:ext cx="2264685" cy="1173194"/>
          </a:xfrm>
        </p:spPr>
        <p:txBody>
          <a:bodyPr>
            <a:normAutofit/>
          </a:bodyPr>
          <a:lstStyle>
            <a:lvl1pPr marL="0" indent="0" algn="ctr">
              <a:buNone/>
              <a:defRPr sz="1400">
                <a:solidFill>
                  <a:schemeClr val="tx1"/>
                </a:solidFill>
                <a:latin typeface="Frutiger 45 Light" pitchFamily="2" charset="0"/>
                <a:cs typeface="Calibri" panose="020F0502020204030204" pitchFamily="34" charset="0"/>
              </a:defRPr>
            </a:lvl1pPr>
            <a:lvl2pPr marL="457200" indent="0">
              <a:buNone/>
              <a:defRPr>
                <a:solidFill>
                  <a:schemeClr val="bg1"/>
                </a:solidFill>
              </a:defRPr>
            </a:lvl2pPr>
            <a:lvl3pPr marL="914400" indent="0">
              <a:buNone/>
              <a:defRPr>
                <a:solidFill>
                  <a:schemeClr val="bg1"/>
                </a:solidFill>
              </a:defRPr>
            </a:lvl3pPr>
            <a:lvl4pPr marL="1371600" indent="0">
              <a:buNone/>
              <a:defRPr>
                <a:solidFill>
                  <a:schemeClr val="bg1"/>
                </a:solidFill>
              </a:defRPr>
            </a:lvl4pPr>
            <a:lvl5pPr marL="18288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3" name="Text Placeholder 15">
            <a:extLst>
              <a:ext uri="{FF2B5EF4-FFF2-40B4-BE49-F238E27FC236}">
                <a16:creationId xmlns:a16="http://schemas.microsoft.com/office/drawing/2014/main" id="{9318E5AB-5357-32EC-1C6F-7497D78CAEE5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9089465" y="3968221"/>
            <a:ext cx="2264685" cy="1173194"/>
          </a:xfrm>
        </p:spPr>
        <p:txBody>
          <a:bodyPr>
            <a:normAutofit/>
          </a:bodyPr>
          <a:lstStyle>
            <a:lvl1pPr marL="0" indent="0" algn="ctr">
              <a:buNone/>
              <a:defRPr sz="1400">
                <a:solidFill>
                  <a:schemeClr val="tx1"/>
                </a:solidFill>
                <a:latin typeface="Frutiger 45 Light" pitchFamily="2" charset="0"/>
                <a:cs typeface="Calibri" panose="020F0502020204030204" pitchFamily="34" charset="0"/>
              </a:defRPr>
            </a:lvl1pPr>
            <a:lvl2pPr marL="457200" indent="0">
              <a:buNone/>
              <a:defRPr>
                <a:solidFill>
                  <a:schemeClr val="bg1"/>
                </a:solidFill>
              </a:defRPr>
            </a:lvl2pPr>
            <a:lvl3pPr marL="914400" indent="0">
              <a:buNone/>
              <a:defRPr>
                <a:solidFill>
                  <a:schemeClr val="bg1"/>
                </a:solidFill>
              </a:defRPr>
            </a:lvl3pPr>
            <a:lvl4pPr marL="1371600" indent="0">
              <a:buNone/>
              <a:defRPr>
                <a:solidFill>
                  <a:schemeClr val="bg1"/>
                </a:solidFill>
              </a:defRPr>
            </a:lvl4pPr>
            <a:lvl5pPr marL="18288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9A48394A-EAF3-AA74-A443-B84109539DEE}"/>
              </a:ext>
            </a:extLst>
          </p:cNvPr>
          <p:cNvSpPr/>
          <p:nvPr userDrawn="1"/>
        </p:nvSpPr>
        <p:spPr>
          <a:xfrm>
            <a:off x="1232786" y="2984386"/>
            <a:ext cx="1067580" cy="37784"/>
          </a:xfrm>
          <a:prstGeom prst="rect">
            <a:avLst/>
          </a:prstGeom>
          <a:solidFill>
            <a:srgbClr val="0070C0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ea typeface="+mn-ea"/>
              <a:cs typeface="+mn-cs"/>
            </a:endParaRP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51215128-DC01-82B5-FF95-CD17B9ACB12C}"/>
              </a:ext>
            </a:extLst>
          </p:cNvPr>
          <p:cNvSpPr/>
          <p:nvPr userDrawn="1"/>
        </p:nvSpPr>
        <p:spPr>
          <a:xfrm>
            <a:off x="4051196" y="2984386"/>
            <a:ext cx="1067580" cy="37784"/>
          </a:xfrm>
          <a:prstGeom prst="rect">
            <a:avLst/>
          </a:prstGeom>
          <a:solidFill>
            <a:srgbClr val="0070C0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ea typeface="+mn-ea"/>
              <a:cs typeface="+mn-cs"/>
            </a:endParaRP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80E91DFC-E616-7C47-DF0B-7E06270BF99C}"/>
              </a:ext>
            </a:extLst>
          </p:cNvPr>
          <p:cNvSpPr/>
          <p:nvPr userDrawn="1"/>
        </p:nvSpPr>
        <p:spPr>
          <a:xfrm>
            <a:off x="6869606" y="2984386"/>
            <a:ext cx="1067580" cy="37784"/>
          </a:xfrm>
          <a:prstGeom prst="rect">
            <a:avLst/>
          </a:prstGeom>
          <a:solidFill>
            <a:srgbClr val="0070C0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ea typeface="+mn-ea"/>
              <a:cs typeface="+mn-cs"/>
            </a:endParaRP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99A168DF-9E56-0C0D-7485-F28F78F2D2C0}"/>
              </a:ext>
            </a:extLst>
          </p:cNvPr>
          <p:cNvSpPr/>
          <p:nvPr userDrawn="1"/>
        </p:nvSpPr>
        <p:spPr>
          <a:xfrm>
            <a:off x="9688017" y="2984386"/>
            <a:ext cx="1067580" cy="37784"/>
          </a:xfrm>
          <a:prstGeom prst="rect">
            <a:avLst/>
          </a:prstGeom>
          <a:solidFill>
            <a:srgbClr val="0070C0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ea typeface="+mn-ea"/>
              <a:cs typeface="+mn-cs"/>
            </a:endParaRPr>
          </a:p>
        </p:txBody>
      </p:sp>
      <p:sp>
        <p:nvSpPr>
          <p:cNvPr id="38" name="Text Placeholder 15">
            <a:extLst>
              <a:ext uri="{FF2B5EF4-FFF2-40B4-BE49-F238E27FC236}">
                <a16:creationId xmlns:a16="http://schemas.microsoft.com/office/drawing/2014/main" id="{FB3665BC-C3D4-CE79-80F3-7F34FA3ECDE8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634234" y="3298206"/>
            <a:ext cx="2264685" cy="425568"/>
          </a:xfrm>
        </p:spPr>
        <p:txBody>
          <a:bodyPr>
            <a:normAutofit/>
          </a:bodyPr>
          <a:lstStyle>
            <a:lvl1pPr marL="0" indent="0" algn="ctr">
              <a:buNone/>
              <a:defRPr sz="1800">
                <a:solidFill>
                  <a:schemeClr val="tx1"/>
                </a:solidFill>
                <a:latin typeface="Frutiger 45 bold"/>
                <a:cs typeface="Calibri" panose="020F0502020204030204" pitchFamily="34" charset="0"/>
              </a:defRPr>
            </a:lvl1pPr>
            <a:lvl2pPr marL="457200" indent="0">
              <a:buNone/>
              <a:defRPr>
                <a:solidFill>
                  <a:schemeClr val="bg1"/>
                </a:solidFill>
              </a:defRPr>
            </a:lvl2pPr>
            <a:lvl3pPr marL="914400" indent="0">
              <a:buNone/>
              <a:defRPr>
                <a:solidFill>
                  <a:schemeClr val="bg1"/>
                </a:solidFill>
              </a:defRPr>
            </a:lvl3pPr>
            <a:lvl4pPr marL="1371600" indent="0">
              <a:buNone/>
              <a:defRPr>
                <a:solidFill>
                  <a:schemeClr val="bg1"/>
                </a:solidFill>
              </a:defRPr>
            </a:lvl4pPr>
            <a:lvl5pPr marL="18288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Heading</a:t>
            </a:r>
          </a:p>
        </p:txBody>
      </p:sp>
      <p:sp>
        <p:nvSpPr>
          <p:cNvPr id="39" name="Text Placeholder 15">
            <a:extLst>
              <a:ext uri="{FF2B5EF4-FFF2-40B4-BE49-F238E27FC236}">
                <a16:creationId xmlns:a16="http://schemas.microsoft.com/office/drawing/2014/main" id="{E06ACF8C-308D-25A7-590F-09AAE35138E8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3452644" y="3298206"/>
            <a:ext cx="2264685" cy="331936"/>
          </a:xfrm>
        </p:spPr>
        <p:txBody>
          <a:bodyPr>
            <a:normAutofit/>
          </a:bodyPr>
          <a:lstStyle>
            <a:lvl1pPr marL="0" indent="0" algn="ctr">
              <a:buNone/>
              <a:defRPr sz="1800">
                <a:solidFill>
                  <a:schemeClr val="tx1"/>
                </a:solidFill>
                <a:latin typeface="Frutiger 45 Light" pitchFamily="2" charset="0"/>
                <a:cs typeface="Calibri" panose="020F0502020204030204" pitchFamily="34" charset="0"/>
              </a:defRPr>
            </a:lvl1pPr>
            <a:lvl2pPr marL="457200" indent="0">
              <a:buNone/>
              <a:defRPr>
                <a:solidFill>
                  <a:schemeClr val="bg1"/>
                </a:solidFill>
              </a:defRPr>
            </a:lvl2pPr>
            <a:lvl3pPr marL="914400" indent="0">
              <a:buNone/>
              <a:defRPr>
                <a:solidFill>
                  <a:schemeClr val="bg1"/>
                </a:solidFill>
              </a:defRPr>
            </a:lvl3pPr>
            <a:lvl4pPr marL="1371600" indent="0">
              <a:buNone/>
              <a:defRPr>
                <a:solidFill>
                  <a:schemeClr val="bg1"/>
                </a:solidFill>
              </a:defRPr>
            </a:lvl4pPr>
            <a:lvl5pPr marL="18288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Heading</a:t>
            </a:r>
          </a:p>
        </p:txBody>
      </p:sp>
      <p:sp>
        <p:nvSpPr>
          <p:cNvPr id="40" name="Text Placeholder 15">
            <a:extLst>
              <a:ext uri="{FF2B5EF4-FFF2-40B4-BE49-F238E27FC236}">
                <a16:creationId xmlns:a16="http://schemas.microsoft.com/office/drawing/2014/main" id="{403A7C49-0A7D-6B23-80B7-E91B87827A94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6271054" y="3298206"/>
            <a:ext cx="2264685" cy="330272"/>
          </a:xfrm>
        </p:spPr>
        <p:txBody>
          <a:bodyPr>
            <a:normAutofit/>
          </a:bodyPr>
          <a:lstStyle>
            <a:lvl1pPr marL="0" indent="0" algn="ctr">
              <a:buNone/>
              <a:defRPr sz="1800">
                <a:solidFill>
                  <a:schemeClr val="tx1"/>
                </a:solidFill>
                <a:latin typeface="Frutiger 45 Light" pitchFamily="2" charset="0"/>
                <a:cs typeface="Calibri" panose="020F0502020204030204" pitchFamily="34" charset="0"/>
              </a:defRPr>
            </a:lvl1pPr>
            <a:lvl2pPr marL="457200" indent="0">
              <a:buNone/>
              <a:defRPr>
                <a:solidFill>
                  <a:schemeClr val="bg1"/>
                </a:solidFill>
              </a:defRPr>
            </a:lvl2pPr>
            <a:lvl3pPr marL="914400" indent="0">
              <a:buNone/>
              <a:defRPr>
                <a:solidFill>
                  <a:schemeClr val="bg1"/>
                </a:solidFill>
              </a:defRPr>
            </a:lvl3pPr>
            <a:lvl4pPr marL="1371600" indent="0">
              <a:buNone/>
              <a:defRPr>
                <a:solidFill>
                  <a:schemeClr val="bg1"/>
                </a:solidFill>
              </a:defRPr>
            </a:lvl4pPr>
            <a:lvl5pPr marL="18288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Heading</a:t>
            </a:r>
          </a:p>
        </p:txBody>
      </p:sp>
      <p:sp>
        <p:nvSpPr>
          <p:cNvPr id="41" name="Text Placeholder 15">
            <a:extLst>
              <a:ext uri="{FF2B5EF4-FFF2-40B4-BE49-F238E27FC236}">
                <a16:creationId xmlns:a16="http://schemas.microsoft.com/office/drawing/2014/main" id="{9F247137-B811-1C0C-3ECF-8920F2723A09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9089465" y="3298206"/>
            <a:ext cx="2264685" cy="330272"/>
          </a:xfrm>
        </p:spPr>
        <p:txBody>
          <a:bodyPr>
            <a:normAutofit/>
          </a:bodyPr>
          <a:lstStyle>
            <a:lvl1pPr marL="0" indent="0" algn="ctr">
              <a:buNone/>
              <a:defRPr sz="1800">
                <a:solidFill>
                  <a:schemeClr val="tx1"/>
                </a:solidFill>
                <a:latin typeface="Frutiger 45 Light" pitchFamily="2" charset="0"/>
                <a:cs typeface="Calibri" panose="020F0502020204030204" pitchFamily="34" charset="0"/>
              </a:defRPr>
            </a:lvl1pPr>
            <a:lvl2pPr marL="457200" indent="0">
              <a:buNone/>
              <a:defRPr>
                <a:solidFill>
                  <a:schemeClr val="bg1"/>
                </a:solidFill>
              </a:defRPr>
            </a:lvl2pPr>
            <a:lvl3pPr marL="914400" indent="0">
              <a:buNone/>
              <a:defRPr>
                <a:solidFill>
                  <a:schemeClr val="bg1"/>
                </a:solidFill>
              </a:defRPr>
            </a:lvl3pPr>
            <a:lvl4pPr marL="1371600" indent="0">
              <a:buNone/>
              <a:defRPr>
                <a:solidFill>
                  <a:schemeClr val="bg1"/>
                </a:solidFill>
              </a:defRPr>
            </a:lvl4pPr>
            <a:lvl5pPr marL="18288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Heading</a:t>
            </a:r>
          </a:p>
        </p:txBody>
      </p:sp>
      <p:sp>
        <p:nvSpPr>
          <p:cNvPr id="16" name="Text Placeholder 13">
            <a:extLst>
              <a:ext uri="{FF2B5EF4-FFF2-40B4-BE49-F238E27FC236}">
                <a16:creationId xmlns:a16="http://schemas.microsoft.com/office/drawing/2014/main" id="{EE57E6F6-95E1-BB44-5A8A-95D03F02DCE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33399" y="469835"/>
            <a:ext cx="11125200" cy="434975"/>
          </a:xfrm>
        </p:spPr>
        <p:txBody>
          <a:bodyPr vert="horz" lIns="91440" tIns="45720" rIns="91440" bIns="45720" rtlCol="0">
            <a:noAutofit/>
          </a:bodyPr>
          <a:lstStyle>
            <a:lvl1pPr>
              <a:defRPr lang="en-US" sz="3200" b="1" kern="1200" dirty="0">
                <a:solidFill>
                  <a:srgbClr val="595959"/>
                </a:solidFill>
                <a:latin typeface="Frutiger 45 bold"/>
                <a:ea typeface="+mn-ea"/>
                <a:cs typeface="Calibri" panose="020F0502020204030204" pitchFamily="34" charset="0"/>
              </a:defRPr>
            </a:lvl1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</a:pPr>
            <a:r>
              <a:rPr lang="en-US" dirty="0"/>
              <a:t>Title Here</a:t>
            </a:r>
          </a:p>
        </p:txBody>
      </p:sp>
      <p:pic>
        <p:nvPicPr>
          <p:cNvPr id="2" name="Picture 1" descr="Background pattern&#10;&#10;Description automatically generated">
            <a:extLst>
              <a:ext uri="{FF2B5EF4-FFF2-40B4-BE49-F238E27FC236}">
                <a16:creationId xmlns:a16="http://schemas.microsoft.com/office/drawing/2014/main" id="{6B00E7C7-88E6-A7F9-7356-C605C6E3806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>
            <a:off x="10813091" y="5882639"/>
            <a:ext cx="1388513" cy="989973"/>
          </a:xfrm>
          <a:prstGeom prst="rect">
            <a:avLst/>
          </a:prstGeom>
        </p:spPr>
      </p:pic>
      <p:sp>
        <p:nvSpPr>
          <p:cNvPr id="12" name="Marcador de número de diapositiva 5">
            <a:extLst>
              <a:ext uri="{FF2B5EF4-FFF2-40B4-BE49-F238E27FC236}">
                <a16:creationId xmlns:a16="http://schemas.microsoft.com/office/drawing/2014/main" id="{3BA9357F-11E9-B623-DB32-AA16F0336D11}"/>
              </a:ext>
            </a:extLst>
          </p:cNvPr>
          <p:cNvSpPr txBox="1">
            <a:spLocks/>
          </p:cNvSpPr>
          <p:nvPr userDrawn="1"/>
        </p:nvSpPr>
        <p:spPr>
          <a:xfrm>
            <a:off x="11221092" y="6437871"/>
            <a:ext cx="828094" cy="324138"/>
          </a:xfrm>
          <a:prstGeom prst="rect">
            <a:avLst/>
          </a:prstGeom>
        </p:spPr>
        <p:txBody>
          <a:bodyPr lIns="104891" tIns="52445" rIns="104891" bIns="52445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FF439014-E629-42E3-A58B-61A0F1C8CFFE}" type="slidenum">
              <a:rPr lang="en-US" sz="1200" b="0" smtClean="0">
                <a:solidFill>
                  <a:srgbClr val="00001E"/>
                </a:solidFill>
                <a:latin typeface="Frutiger 45 Light" pitchFamily="2" charset="0"/>
                <a:cs typeface="Calibri" panose="020F0502020204030204" pitchFamily="34" charset="0"/>
              </a:rPr>
              <a:pPr algn="r"/>
              <a:t>‹#›</a:t>
            </a:fld>
            <a:endParaRPr lang="en-US" sz="1200" b="0" dirty="0">
              <a:solidFill>
                <a:srgbClr val="00001E"/>
              </a:solidFill>
              <a:latin typeface="Frutiger 45 Light" pitchFamily="2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0156344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264" userDrawn="1">
          <p15:clr>
            <a:srgbClr val="FBAE4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picture containing blur&#10;&#10;Description automatically generated">
            <a:extLst>
              <a:ext uri="{FF2B5EF4-FFF2-40B4-BE49-F238E27FC236}">
                <a16:creationId xmlns:a16="http://schemas.microsoft.com/office/drawing/2014/main" id="{EF438032-1F77-BBEA-C7C7-8ED95C652F4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0" y="0"/>
            <a:ext cx="12191999" cy="6858000"/>
          </a:xfrm>
          <a:prstGeom prst="rect">
            <a:avLst/>
          </a:prstGeom>
        </p:spPr>
      </p:pic>
      <p:sp>
        <p:nvSpPr>
          <p:cNvPr id="4" name="Title 1">
            <a:extLst>
              <a:ext uri="{FF2B5EF4-FFF2-40B4-BE49-F238E27FC236}">
                <a16:creationId xmlns:a16="http://schemas.microsoft.com/office/drawing/2014/main" id="{E6EEB829-6CD0-4395-A39D-7E253A77EA0C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882435" y="2765913"/>
            <a:ext cx="3601189" cy="1326174"/>
          </a:xfrm>
        </p:spPr>
        <p:txBody>
          <a:bodyPr vert="horz" lIns="91440" tIns="45720" rIns="91440" bIns="45720" rtlCol="0" anchor="b">
            <a:noAutofit/>
          </a:bodyPr>
          <a:lstStyle>
            <a:lvl1pPr>
              <a:defRPr lang="en-US" sz="4400" b="1" kern="1200" dirty="0">
                <a:solidFill>
                  <a:srgbClr val="595959"/>
                </a:solidFill>
                <a:latin typeface="Frutiger 45 bold"/>
                <a:ea typeface="+mn-ea"/>
                <a:cs typeface="Calibri" panose="020F0502020204030204" pitchFamily="34" charset="0"/>
              </a:defRPr>
            </a:lvl1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</a:pPr>
            <a:r>
              <a:rPr lang="en-US" dirty="0"/>
              <a:t>Thank you</a:t>
            </a:r>
          </a:p>
        </p:txBody>
      </p:sp>
      <p:sp>
        <p:nvSpPr>
          <p:cNvPr id="8" name="Text Placeholder 3">
            <a:extLst>
              <a:ext uri="{FF2B5EF4-FFF2-40B4-BE49-F238E27FC236}">
                <a16:creationId xmlns:a16="http://schemas.microsoft.com/office/drawing/2014/main" id="{5A4C7068-0752-FBFE-5D91-4C5EF463A73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882435" y="4233333"/>
            <a:ext cx="4293054" cy="664810"/>
          </a:xfrm>
        </p:spPr>
        <p:txBody>
          <a:bodyPr/>
          <a:lstStyle>
            <a:lvl1pPr marL="0" indent="0">
              <a:buNone/>
              <a:defRPr sz="1600">
                <a:solidFill>
                  <a:srgbClr val="595959"/>
                </a:solidFill>
                <a:latin typeface="Frutiger 45 Light" pitchFamily="2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F0FA6A43-0AD4-BED3-13C7-0AF5B9BB3FF3}"/>
              </a:ext>
            </a:extLst>
          </p:cNvPr>
          <p:cNvSpPr txBox="1"/>
          <p:nvPr userDrawn="1"/>
        </p:nvSpPr>
        <p:spPr>
          <a:xfrm>
            <a:off x="3048000" y="6423303"/>
            <a:ext cx="609600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000" b="0" i="0" spc="50" baseline="0" dirty="0" err="1">
                <a:solidFill>
                  <a:srgbClr val="595959"/>
                </a:solidFill>
                <a:effectLst/>
                <a:latin typeface="Frutiger 45 Light" pitchFamily="2" charset="0"/>
              </a:rPr>
              <a:t>LTIMindtree</a:t>
            </a:r>
            <a:r>
              <a:rPr lang="en-US" sz="1000" b="0" i="0" spc="50" baseline="0" dirty="0">
                <a:solidFill>
                  <a:srgbClr val="595959"/>
                </a:solidFill>
                <a:effectLst/>
                <a:latin typeface="Frutiger 45 Light" pitchFamily="2" charset="0"/>
              </a:rPr>
              <a:t> Limited is a subsidiary of Larsen &amp; Toubro Limited</a:t>
            </a:r>
            <a:endParaRPr lang="en-US" sz="1000" b="0" kern="1200" spc="50" baseline="0" dirty="0">
              <a:solidFill>
                <a:srgbClr val="595959"/>
              </a:solidFill>
              <a:latin typeface="Frutiger 45 Light" pitchFamily="2" charset="0"/>
              <a:ea typeface="+mn-ea"/>
              <a:cs typeface="+mn-cs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F8C452BF-B975-E66F-DD59-26D7F1046179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3341" y="6373111"/>
            <a:ext cx="1369134" cy="3888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036686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image" Target="../media/image1.emf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503685D-D505-42E6-B2A3-1B26BC7932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8086" y="365125"/>
            <a:ext cx="10885714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420300D-8B9D-444F-97B8-8F7D7E3A37F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68086" y="1825625"/>
            <a:ext cx="10885714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DEDB723-1905-4E83-9D47-D0B5CFAA7945}"/>
              </a:ext>
            </a:extLst>
          </p:cNvPr>
          <p:cNvSpPr txBox="1"/>
          <p:nvPr userDrawn="1"/>
        </p:nvSpPr>
        <p:spPr>
          <a:xfrm>
            <a:off x="3048000" y="6425185"/>
            <a:ext cx="6096000" cy="2489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en-US" sz="1000" dirty="0">
                <a:solidFill>
                  <a:srgbClr val="97A0A4"/>
                </a:solidFill>
                <a:effectLst/>
                <a:latin typeface="Frutiger LT Pro 45 Light" panose="020B0403030504020204" pitchFamily="34" charset="77"/>
                <a:ea typeface="Frutiger LT Pro 45 Light" panose="020B0403030504020204" pitchFamily="34" charset="77"/>
                <a:cs typeface="Calibri" panose="020F0502020204030204" pitchFamily="34" charset="0"/>
              </a:rPr>
              <a:t>©</a:t>
            </a:r>
            <a:r>
              <a:rPr lang="en-US" sz="1000" dirty="0" err="1">
                <a:solidFill>
                  <a:srgbClr val="97A0A4"/>
                </a:solidFill>
                <a:effectLst/>
                <a:latin typeface="Frutiger LT Pro 45 Light" panose="020B0403030504020204" pitchFamily="34" charset="77"/>
                <a:ea typeface="Frutiger LT Pro 45 Light" panose="020B0403030504020204" pitchFamily="34" charset="77"/>
                <a:cs typeface="Calibri" panose="020F0502020204030204" pitchFamily="34" charset="0"/>
              </a:rPr>
              <a:t>LTIMindtree</a:t>
            </a:r>
            <a:r>
              <a:rPr lang="en-US" sz="1000" dirty="0">
                <a:solidFill>
                  <a:srgbClr val="97A0A4"/>
                </a:solidFill>
                <a:effectLst/>
                <a:latin typeface="Frutiger LT Pro 45 Light" panose="020B0403030504020204" pitchFamily="34" charset="77"/>
                <a:ea typeface="Frutiger LT Pro 45 Light" panose="020B0403030504020204" pitchFamily="34" charset="77"/>
                <a:cs typeface="Calibri" panose="020F0502020204030204" pitchFamily="34" charset="0"/>
              </a:rPr>
              <a:t> | Privileged and Confidential 2022</a:t>
            </a:r>
            <a:endParaRPr lang="en-IN" sz="1000" dirty="0">
              <a:solidFill>
                <a:srgbClr val="595959"/>
              </a:solidFill>
              <a:effectLst/>
              <a:latin typeface="Frutiger LT Pro 45 Light" panose="020B0403030504020204" pitchFamily="34" charset="77"/>
              <a:ea typeface="Frutiger LT Pro 45 Light" panose="020B0403030504020204" pitchFamily="34" charset="77"/>
              <a:cs typeface="Calibri" panose="020F0502020204030204" pitchFamily="34" charset="0"/>
            </a:endParaRPr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604E6E1E-7055-8D1B-4C37-9DCF88F2180C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0" y="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7" name="Text Box 1073742684">
            <a:extLst>
              <a:ext uri="{FF2B5EF4-FFF2-40B4-BE49-F238E27FC236}">
                <a16:creationId xmlns:a16="http://schemas.microsoft.com/office/drawing/2014/main" id="{CB09C83E-2E41-0B4B-7535-36A14EDE4624}"/>
              </a:ext>
            </a:extLst>
          </p:cNvPr>
          <p:cNvSpPr txBox="1"/>
          <p:nvPr userDrawn="1"/>
        </p:nvSpPr>
        <p:spPr>
          <a:xfrm>
            <a:off x="4620260" y="3278188"/>
            <a:ext cx="2951480" cy="301625"/>
          </a:xfrm>
          <a:prstGeom prst="rect">
            <a:avLst/>
          </a:prstGeom>
          <a:noFill/>
          <a:ln w="6350">
            <a:noFill/>
          </a:ln>
        </p:spPr>
        <p:txBody>
          <a:bodyPr rot="0" spcFirstLastPara="0" vert="horz" wrap="non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endParaRPr lang="en-IN" sz="1000" dirty="0">
              <a:solidFill>
                <a:srgbClr val="595959"/>
              </a:solidFill>
              <a:effectLst/>
              <a:latin typeface="Frutiger LT Pro 45 Light" panose="020B0403030504020204" pitchFamily="34" charset="77"/>
              <a:ea typeface="Frutiger LT Pro 45 Light" panose="020B0403030504020204" pitchFamily="34" charset="77"/>
              <a:cs typeface="Calibri" panose="020F0502020204030204" pitchFamily="34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90561BA-C7F5-9336-C8B6-9C52C6E480B1}"/>
              </a:ext>
            </a:extLst>
          </p:cNvPr>
          <p:cNvPicPr>
            <a:picLocks noChangeAspect="1"/>
          </p:cNvPicPr>
          <p:nvPr userDrawn="1"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3341" y="6373111"/>
            <a:ext cx="1369134" cy="3888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672329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62" r:id="rId2"/>
    <p:sldLayoutId id="2147483661" r:id="rId3"/>
    <p:sldLayoutId id="2147483666" r:id="rId4"/>
    <p:sldLayoutId id="2147483665" r:id="rId5"/>
    <p:sldLayoutId id="2147483651" r:id="rId6"/>
    <p:sldLayoutId id="2147483660" r:id="rId7"/>
    <p:sldLayoutId id="2147483652" r:id="rId8"/>
    <p:sldLayoutId id="2147483653" r:id="rId9"/>
    <p:sldLayoutId id="2147483654" r:id="rId10"/>
    <p:sldLayoutId id="2147483658" r:id="rId11"/>
    <p:sldLayoutId id="2147483656" r:id="rId12"/>
    <p:sldLayoutId id="2147483657" r:id="rId13"/>
    <p:sldLayoutId id="2147483664" r:id="rId14"/>
    <p:sldLayoutId id="2147483663" r:id="rId15"/>
    <p:sldLayoutId id="2147483659" r:id="rId16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Calibri" panose="020F0502020204030204" pitchFamily="34" charset="0"/>
          <a:ea typeface="+mj-ea"/>
          <a:cs typeface="Calibri" panose="020F050202020403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Calibri" panose="020F0502020204030204" pitchFamily="34" charset="0"/>
          <a:ea typeface="+mn-ea"/>
          <a:cs typeface="Calibri" panose="020F0502020204030204" pitchFamily="34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Calibri" panose="020F0502020204030204" pitchFamily="34" charset="0"/>
          <a:ea typeface="+mn-ea"/>
          <a:cs typeface="Calibri" panose="020F0502020204030204" pitchFamily="34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Calibri" panose="020F0502020204030204" pitchFamily="34" charset="0"/>
          <a:ea typeface="+mn-ea"/>
          <a:cs typeface="Calibri" panose="020F0502020204030204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Calibri" panose="020F0502020204030204" pitchFamily="34" charset="0"/>
          <a:ea typeface="+mn-ea"/>
          <a:cs typeface="Calibri" panose="020F0502020204030204" pitchFamily="34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Calibri" panose="020F0502020204030204" pitchFamily="34" charset="0"/>
          <a:ea typeface="+mn-ea"/>
          <a:cs typeface="Calibri" panose="020F050202020403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0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0.xml"/><Relationship Id="rId4" Type="http://schemas.openxmlformats.org/officeDocument/2006/relationships/image" Target="../media/image1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0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0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0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0.xml"/><Relationship Id="rId4" Type="http://schemas.openxmlformats.org/officeDocument/2006/relationships/image" Target="../media/image19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0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g"/><Relationship Id="rId1" Type="http://schemas.openxmlformats.org/officeDocument/2006/relationships/slideLayout" Target="../slideLayouts/slideLayout10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jpg"/><Relationship Id="rId1" Type="http://schemas.openxmlformats.org/officeDocument/2006/relationships/slideLayout" Target="../slideLayouts/slideLayout10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4">
            <a:extLst>
              <a:ext uri="{FF2B5EF4-FFF2-40B4-BE49-F238E27FC236}">
                <a16:creationId xmlns:a16="http://schemas.microsoft.com/office/drawing/2014/main" id="{9E82882D-F3C1-4C31-B151-94048313653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49850" y="2327279"/>
            <a:ext cx="7791743" cy="1311128"/>
          </a:xfrm>
        </p:spPr>
        <p:txBody>
          <a:bodyPr/>
          <a:lstStyle/>
          <a:p>
            <a:r>
              <a:rPr lang="en-IN" sz="4400" dirty="0"/>
              <a:t>Logistics Cost &amp; Delivery Analytics (ADLS + ADF + Databricks + Power BI)</a:t>
            </a:r>
            <a:endParaRPr lang="en-US" sz="4400" dirty="0">
              <a:latin typeface="Frutiger LT Pro 55 Roman" panose="020B0602020204020204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2DEF458-C40C-CB57-DDDF-0D1D9C8005B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-11737"/>
          <a:stretch>
            <a:fillRect/>
          </a:stretch>
        </p:blipFill>
        <p:spPr>
          <a:xfrm>
            <a:off x="1068175" y="4454074"/>
            <a:ext cx="4753638" cy="400106"/>
          </a:xfrm>
          <a:prstGeom prst="rect">
            <a:avLst/>
          </a:prstGeom>
        </p:spPr>
      </p:pic>
      <p:sp>
        <p:nvSpPr>
          <p:cNvPr id="3" name="Title 14">
            <a:extLst>
              <a:ext uri="{FF2B5EF4-FFF2-40B4-BE49-F238E27FC236}">
                <a16:creationId xmlns:a16="http://schemas.microsoft.com/office/drawing/2014/main" id="{08A1E1CE-649E-E406-98E8-A79BD2BCF849}"/>
              </a:ext>
            </a:extLst>
          </p:cNvPr>
          <p:cNvSpPr txBox="1">
            <a:spLocks/>
          </p:cNvSpPr>
          <p:nvPr/>
        </p:nvSpPr>
        <p:spPr>
          <a:xfrm>
            <a:off x="249850" y="4442212"/>
            <a:ext cx="7286855" cy="590931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4800" b="1" kern="1200" dirty="0">
                <a:solidFill>
                  <a:schemeClr val="bg1"/>
                </a:solidFill>
                <a:latin typeface="Frutiger 45 Light" pitchFamily="2" charset="0"/>
                <a:ea typeface="Frutiger 45 Light" pitchFamily="2" charset="0"/>
                <a:cs typeface="Calibri" panose="020F0502020204030204" pitchFamily="34" charset="0"/>
              </a:defRPr>
            </a:lvl1pPr>
          </a:lstStyle>
          <a:p>
            <a:r>
              <a:rPr lang="en-US" sz="3600" dirty="0"/>
              <a:t>Group 1</a:t>
            </a:r>
            <a:endParaRPr lang="en-US" sz="3600" dirty="0">
              <a:latin typeface="Frutiger LT Pro 55 Roman" panose="020B0602020204020204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CE3A68C3-B9D6-9ED2-EE80-08D6E8B07CA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15575"/>
          <a:stretch>
            <a:fillRect/>
          </a:stretch>
        </p:blipFill>
        <p:spPr>
          <a:xfrm>
            <a:off x="808174" y="5547359"/>
            <a:ext cx="2066543" cy="233681"/>
          </a:xfrm>
          <a:prstGeom prst="rect">
            <a:avLst/>
          </a:prstGeom>
        </p:spPr>
      </p:pic>
      <p:sp>
        <p:nvSpPr>
          <p:cNvPr id="4" name="Title 14">
            <a:extLst>
              <a:ext uri="{FF2B5EF4-FFF2-40B4-BE49-F238E27FC236}">
                <a16:creationId xmlns:a16="http://schemas.microsoft.com/office/drawing/2014/main" id="{4ABE49F8-9F58-0FB8-36DE-53D7C6F1C545}"/>
              </a:ext>
            </a:extLst>
          </p:cNvPr>
          <p:cNvSpPr txBox="1">
            <a:spLocks/>
          </p:cNvSpPr>
          <p:nvPr/>
        </p:nvSpPr>
        <p:spPr>
          <a:xfrm>
            <a:off x="1085212" y="5519172"/>
            <a:ext cx="1512465" cy="1338828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4800" b="1" kern="1200" dirty="0">
                <a:solidFill>
                  <a:schemeClr val="bg1"/>
                </a:solidFill>
                <a:latin typeface="Frutiger 45 Light" pitchFamily="2" charset="0"/>
                <a:ea typeface="Frutiger 45 Light" pitchFamily="2" charset="0"/>
                <a:cs typeface="Calibri" panose="020F0502020204030204" pitchFamily="34" charset="0"/>
              </a:defRPr>
            </a:lvl1pPr>
          </a:lstStyle>
          <a:p>
            <a:r>
              <a:rPr lang="en-US" sz="1800" b="0" dirty="0"/>
              <a:t>Sourav Shetty</a:t>
            </a:r>
          </a:p>
          <a:p>
            <a:r>
              <a:rPr lang="en-US" sz="1800" b="0" dirty="0">
                <a:latin typeface="Frutiger LT Pro 55 Roman" panose="020B0602020204020204"/>
              </a:rPr>
              <a:t>Drupad Dev</a:t>
            </a:r>
          </a:p>
          <a:p>
            <a:r>
              <a:rPr lang="en-US" sz="1800" b="0" dirty="0">
                <a:latin typeface="Frutiger LT Pro 55 Roman" panose="020B0602020204020204"/>
              </a:rPr>
              <a:t>Mayur A</a:t>
            </a:r>
          </a:p>
          <a:p>
            <a:r>
              <a:rPr lang="en-US" sz="1800" b="0" dirty="0">
                <a:latin typeface="Frutiger LT Pro 55 Roman" panose="020B0602020204020204"/>
              </a:rPr>
              <a:t>Ekta Patil</a:t>
            </a:r>
          </a:p>
          <a:p>
            <a:r>
              <a:rPr lang="en-US" sz="1800" b="0" dirty="0">
                <a:latin typeface="Frutiger LT Pro 55 Roman" panose="020B0602020204020204"/>
              </a:rPr>
              <a:t>Sayana Dey</a:t>
            </a:r>
          </a:p>
        </p:txBody>
      </p:sp>
    </p:spTree>
    <p:extLst>
      <p:ext uri="{BB962C8B-B14F-4D97-AF65-F5344CB8AC3E}">
        <p14:creationId xmlns:p14="http://schemas.microsoft.com/office/powerpoint/2010/main" val="24583774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694015DC-B10C-5599-FE57-D9775BF8DE1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331296" y="460532"/>
            <a:ext cx="3257369" cy="434975"/>
          </a:xfrm>
        </p:spPr>
        <p:txBody>
          <a:bodyPr/>
          <a:lstStyle/>
          <a:p>
            <a:pPr marL="0" indent="0">
              <a:buNone/>
            </a:pPr>
            <a:r>
              <a:rPr lang="en-IN" dirty="0"/>
              <a:t>Project Overview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9E14F6-F849-7326-29FC-EBAF51831BF4}"/>
              </a:ext>
            </a:extLst>
          </p:cNvPr>
          <p:cNvSpPr>
            <a:spLocks noGrp="1"/>
          </p:cNvSpPr>
          <p:nvPr>
            <p:ph idx="15"/>
          </p:nvPr>
        </p:nvSpPr>
        <p:spPr>
          <a:xfrm>
            <a:off x="1835420" y="1383510"/>
            <a:ext cx="8864415" cy="1968578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An automated, end-to-end analytics platform for logistics operations</a:t>
            </a:r>
          </a:p>
          <a:p>
            <a:r>
              <a:rPr lang="en-US" b="0" dirty="0"/>
              <a:t>Daily ingestion of shipment data</a:t>
            </a:r>
          </a:p>
          <a:p>
            <a:r>
              <a:rPr lang="en-US" b="0" dirty="0"/>
              <a:t>Data quality &amp; governance built-in</a:t>
            </a:r>
          </a:p>
          <a:p>
            <a:r>
              <a:rPr lang="en-US" b="0" dirty="0"/>
              <a:t>Analytics-ready outputs for business users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IN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5A140471-4F21-FA63-8566-91C6A0445730}"/>
              </a:ext>
            </a:extLst>
          </p:cNvPr>
          <p:cNvSpPr txBox="1">
            <a:spLocks/>
          </p:cNvSpPr>
          <p:nvPr/>
        </p:nvSpPr>
        <p:spPr>
          <a:xfrm>
            <a:off x="1835419" y="3578355"/>
            <a:ext cx="8864415" cy="1968578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lang="en-US" sz="2400" b="1" kern="1200" dirty="0" smtClean="0">
                <a:solidFill>
                  <a:srgbClr val="595959"/>
                </a:solidFill>
                <a:latin typeface="Frutiger 45 Light" pitchFamily="2" charset="0"/>
                <a:ea typeface="+mn-ea"/>
                <a:cs typeface="Calibri" panose="020F0502020204030204" pitchFamily="34" charset="0"/>
              </a:defRPr>
            </a:lvl1pPr>
            <a:lvl2pPr marL="114300" indent="-3429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itchFamily="2" charset="2"/>
              <a:buChar char="§"/>
              <a:defRPr sz="2000" kern="1200">
                <a:solidFill>
                  <a:srgbClr val="595959"/>
                </a:solidFill>
                <a:latin typeface="Frutiger 45 Light" pitchFamily="2" charset="0"/>
                <a:ea typeface="+mn-ea"/>
                <a:cs typeface="Calibri" panose="020F0502020204030204" pitchFamily="34" charset="0"/>
              </a:defRPr>
            </a:lvl2pPr>
            <a:lvl3pPr marL="1085850" indent="-2857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itchFamily="2" charset="2"/>
              <a:buChar char="§"/>
              <a:defRPr sz="1800" kern="1200">
                <a:solidFill>
                  <a:srgbClr val="595959"/>
                </a:solidFill>
                <a:latin typeface="Frutiger 45 Light" pitchFamily="2" charset="0"/>
                <a:ea typeface="+mn-ea"/>
                <a:cs typeface="Calibri" panose="020F0502020204030204" pitchFamily="34" charset="0"/>
              </a:defRPr>
            </a:lvl3pPr>
            <a:lvl4pPr marL="1600200" indent="-2857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itchFamily="2" charset="2"/>
              <a:buChar char="§"/>
              <a:defRPr sz="1400" kern="1200">
                <a:solidFill>
                  <a:srgbClr val="595959"/>
                </a:solidFill>
                <a:latin typeface="Frutiger 45 Light" pitchFamily="2" charset="0"/>
                <a:ea typeface="+mn-ea"/>
                <a:cs typeface="Calibri" panose="020F050202020403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itchFamily="2" charset="2"/>
              <a:buChar char="§"/>
              <a:defRPr sz="1400" kern="1200">
                <a:solidFill>
                  <a:srgbClr val="595959"/>
                </a:solidFill>
                <a:latin typeface="Frutiger 45 Light" pitchFamily="2" charset="0"/>
                <a:ea typeface="+mn-ea"/>
                <a:cs typeface="Calibri" panose="020F050202020403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US" dirty="0"/>
              <a:t>Objectives</a:t>
            </a:r>
          </a:p>
          <a:p>
            <a:r>
              <a:rPr lang="en-US" b="0" dirty="0"/>
              <a:t>A single trusted dataset for cost and delivery metrics.</a:t>
            </a:r>
          </a:p>
          <a:p>
            <a:r>
              <a:rPr lang="en-US" b="0" dirty="0"/>
              <a:t>Industry-standard Medallion-Architecture model</a:t>
            </a:r>
          </a:p>
          <a:p>
            <a:r>
              <a:rPr lang="en-US" b="0" dirty="0"/>
              <a:t>A scalable real-time reporting Dashboard to analyze business </a:t>
            </a:r>
            <a:r>
              <a:rPr lang="en-US" b="0" dirty="0" err="1"/>
              <a:t>criterias</a:t>
            </a:r>
            <a:r>
              <a:rPr lang="en-US" b="0" dirty="0"/>
              <a:t> (SLA compliance, delivery performance, etc.)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dirty="0"/>
          </a:p>
          <a:p>
            <a:pPr marL="0" indent="0">
              <a:buFont typeface="Arial" panose="020B0604020202020204" pitchFamily="34" charset="0"/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6855964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">
            <a:extLst>
              <a:ext uri="{FF2B5EF4-FFF2-40B4-BE49-F238E27FC236}">
                <a16:creationId xmlns:a16="http://schemas.microsoft.com/office/drawing/2014/main" id="{B803870B-F83C-A45D-54D4-559676F70F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8972" y="457200"/>
            <a:ext cx="4293054" cy="1600200"/>
          </a:xfrm>
        </p:spPr>
        <p:txBody>
          <a:bodyPr/>
          <a:lstStyle/>
          <a:p>
            <a:r>
              <a:rPr lang="en-US" dirty="0"/>
              <a:t>Azure Architecture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DF8C3287-37CA-28F3-BD32-DC3CB6FB8A56}"/>
              </a:ext>
            </a:extLst>
          </p:cNvPr>
          <p:cNvPicPr>
            <a:picLocks noGrp="1" noChangeAspect="1"/>
          </p:cNvPicPr>
          <p:nvPr>
            <p:ph type="pic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/>
        </p:blipFill>
        <p:spPr>
          <a:xfrm>
            <a:off x="4267200" y="1168658"/>
            <a:ext cx="7924800" cy="5111495"/>
          </a:xfrm>
          <a:prstGeom prst="rect">
            <a:avLst/>
          </a:prstGeom>
          <a:noFill/>
        </p:spPr>
      </p:pic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46103526-8308-23CC-DA2B-0C1AFDBAAA4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78972" y="2057400"/>
            <a:ext cx="4293054" cy="381158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dirty="0"/>
              <a:t>Detailed Orchestration of Data Flow </a:t>
            </a:r>
          </a:p>
        </p:txBody>
      </p:sp>
    </p:spTree>
    <p:extLst>
      <p:ext uri="{BB962C8B-B14F-4D97-AF65-F5344CB8AC3E}">
        <p14:creationId xmlns:p14="http://schemas.microsoft.com/office/powerpoint/2010/main" val="238432546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B78F5D48-7A5F-06D1-12C2-C9B05042EBF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8897815" y="696235"/>
            <a:ext cx="2373924" cy="434975"/>
          </a:xfrm>
        </p:spPr>
        <p:txBody>
          <a:bodyPr/>
          <a:lstStyle/>
          <a:p>
            <a:pPr marL="0" indent="0">
              <a:buNone/>
            </a:pPr>
            <a:r>
              <a:rPr lang="en-US" sz="2000" dirty="0"/>
              <a:t>End-to-End Logistics Analytics Platform on Azure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D39CE1C7-7C58-8549-18A0-23188A93B26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69678" y="0"/>
            <a:ext cx="4387362" cy="67524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1629731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C849195E-012E-171A-F86C-5A2E5B2C19C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671396" y="439712"/>
            <a:ext cx="5088044" cy="434975"/>
          </a:xfrm>
        </p:spPr>
        <p:txBody>
          <a:bodyPr/>
          <a:lstStyle/>
          <a:p>
            <a:pPr marL="0" indent="0">
              <a:buNone/>
            </a:pPr>
            <a:r>
              <a:rPr lang="en-IN" dirty="0"/>
              <a:t>Data Orchestration with ADF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B598326-F48D-D18B-A328-E4D9B9296962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09435" y="1074121"/>
            <a:ext cx="10011966" cy="2780032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AD6329DB-1561-42D0-5B01-F3685D1CF59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1950" y="4053587"/>
            <a:ext cx="5734050" cy="1838325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8409C81C-DA36-C307-1DD0-BB09A74C219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69484" y="4053587"/>
            <a:ext cx="4077679" cy="2275914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</p:pic>
    </p:spTree>
    <p:extLst>
      <p:ext uri="{BB962C8B-B14F-4D97-AF65-F5344CB8AC3E}">
        <p14:creationId xmlns:p14="http://schemas.microsoft.com/office/powerpoint/2010/main" val="343651257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C3EDE0FA-D6FE-7C63-45D0-863E453430B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141556" y="414074"/>
            <a:ext cx="8911647" cy="434975"/>
          </a:xfrm>
        </p:spPr>
        <p:txBody>
          <a:bodyPr/>
          <a:lstStyle/>
          <a:p>
            <a:pPr marL="0" indent="0">
              <a:buNone/>
            </a:pPr>
            <a:r>
              <a:rPr lang="en-IN" dirty="0"/>
              <a:t>Watermark &amp; Control Mechanism</a:t>
            </a: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BFE49B9D-3CEE-69C4-AC89-21B6559B613C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14592" y="3739182"/>
            <a:ext cx="4641014" cy="9233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b="1" dirty="0">
                <a:latin typeface="Arial" panose="020B0604020202020204" pitchFamily="34" charset="0"/>
              </a:rPr>
              <a:t>Prevents reprocessing</a:t>
            </a:r>
          </a:p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b="1" dirty="0">
                <a:latin typeface="Arial" panose="020B0604020202020204" pitchFamily="34" charset="0"/>
              </a:rPr>
              <a:t>Enables safe reruns</a:t>
            </a:r>
          </a:p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b="1" dirty="0">
                <a:latin typeface="Arial" panose="020B0604020202020204" pitchFamily="34" charset="0"/>
              </a:rPr>
              <a:t>Industry-standard incremental pattern</a:t>
            </a:r>
          </a:p>
        </p:txBody>
      </p:sp>
      <p:pic>
        <p:nvPicPr>
          <p:cNvPr id="9" name="Picture 8" descr="A screenshot of a computer&#10;&#10;AI-generated content may be incorrect.">
            <a:extLst>
              <a:ext uri="{FF2B5EF4-FFF2-40B4-BE49-F238E27FC236}">
                <a16:creationId xmlns:a16="http://schemas.microsoft.com/office/drawing/2014/main" id="{03F53517-A130-74D6-B800-7E5A91FB988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76820" y="1023319"/>
            <a:ext cx="8667750" cy="20955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25420FDD-7736-DA20-1635-550D66A88A2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6394" y="2977983"/>
            <a:ext cx="5724525" cy="3705225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</p:pic>
    </p:spTree>
    <p:extLst>
      <p:ext uri="{BB962C8B-B14F-4D97-AF65-F5344CB8AC3E}">
        <p14:creationId xmlns:p14="http://schemas.microsoft.com/office/powerpoint/2010/main" val="378892319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29DA35E0-5679-BFE2-18E5-B4B436440FE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71529" y="0"/>
            <a:ext cx="2215678" cy="6841857"/>
          </a:xfrm>
          <a:prstGeom prst="rect">
            <a:avLst/>
          </a:prstGeom>
        </p:spPr>
      </p:pic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3FD0AA6E-B51C-2943-1B9F-FB12B076B87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19269166"/>
              </p:ext>
            </p:extLst>
          </p:nvPr>
        </p:nvGraphicFramePr>
        <p:xfrm>
          <a:off x="4826279" y="2773150"/>
          <a:ext cx="6557032" cy="3345600"/>
        </p:xfrm>
        <a:graphic>
          <a:graphicData uri="http://schemas.openxmlformats.org/drawingml/2006/table">
            <a:tbl>
              <a:tblPr/>
              <a:tblGrid>
                <a:gridCol w="1639258">
                  <a:extLst>
                    <a:ext uri="{9D8B030D-6E8A-4147-A177-3AD203B41FA5}">
                      <a16:colId xmlns:a16="http://schemas.microsoft.com/office/drawing/2014/main" val="1914441760"/>
                    </a:ext>
                  </a:extLst>
                </a:gridCol>
                <a:gridCol w="1639258">
                  <a:extLst>
                    <a:ext uri="{9D8B030D-6E8A-4147-A177-3AD203B41FA5}">
                      <a16:colId xmlns:a16="http://schemas.microsoft.com/office/drawing/2014/main" val="3068442209"/>
                    </a:ext>
                  </a:extLst>
                </a:gridCol>
                <a:gridCol w="1639258">
                  <a:extLst>
                    <a:ext uri="{9D8B030D-6E8A-4147-A177-3AD203B41FA5}">
                      <a16:colId xmlns:a16="http://schemas.microsoft.com/office/drawing/2014/main" val="2680667882"/>
                    </a:ext>
                  </a:extLst>
                </a:gridCol>
                <a:gridCol w="1639258">
                  <a:extLst>
                    <a:ext uri="{9D8B030D-6E8A-4147-A177-3AD203B41FA5}">
                      <a16:colId xmlns:a16="http://schemas.microsoft.com/office/drawing/2014/main" val="1016467769"/>
                    </a:ext>
                  </a:extLst>
                </a:gridCol>
              </a:tblGrid>
              <a:tr h="22032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dirty="0"/>
                        <a:t>Step</a:t>
                      </a:r>
                    </a:p>
                  </a:txBody>
                  <a:tcPr marL="55080" marR="55080" marT="27540" marB="2754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/>
                        <a:t>Category</a:t>
                      </a:r>
                    </a:p>
                  </a:txBody>
                  <a:tcPr marL="55080" marR="55080" marT="27540" marB="2754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dirty="0"/>
                        <a:t>Operation</a:t>
                      </a:r>
                    </a:p>
                  </a:txBody>
                  <a:tcPr marL="55080" marR="55080" marT="27540" marB="2754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/>
                        <a:t>Purpose</a:t>
                      </a:r>
                    </a:p>
                  </a:txBody>
                  <a:tcPr marL="55080" marR="55080" marT="27540" marB="2754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89905440"/>
                  </a:ext>
                </a:extLst>
              </a:tr>
              <a:tr h="38556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dirty="0"/>
                        <a:t>1</a:t>
                      </a:r>
                    </a:p>
                  </a:txBody>
                  <a:tcPr marL="55080" marR="55080" marT="27540" marB="2754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/>
                        <a:t>Cleaning</a:t>
                      </a:r>
                    </a:p>
                  </a:txBody>
                  <a:tcPr marL="55080" marR="55080" marT="27540" marB="2754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/>
                        <a:t>Column names → lowercase + underscores</a:t>
                      </a:r>
                    </a:p>
                  </a:txBody>
                  <a:tcPr marL="55080" marR="55080" marT="27540" marB="2754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/>
                        <a:t>SQL compatibility, consistency</a:t>
                      </a:r>
                    </a:p>
                  </a:txBody>
                  <a:tcPr marL="55080" marR="55080" marT="27540" marB="2754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00674432"/>
                  </a:ext>
                </a:extLst>
              </a:tr>
              <a:tr h="38556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/>
                        <a:t>2</a:t>
                      </a:r>
                    </a:p>
                  </a:txBody>
                  <a:tcPr marL="55080" marR="55080" marT="27540" marB="2754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dirty="0"/>
                        <a:t>Cleaning</a:t>
                      </a:r>
                    </a:p>
                  </a:txBody>
                  <a:tcPr marL="55080" marR="55080" marT="27540" marB="2754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/>
                        <a:t>Trim ALL string columns</a:t>
                      </a:r>
                    </a:p>
                  </a:txBody>
                  <a:tcPr marL="55080" marR="55080" marT="27540" marB="2754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/>
                        <a:t>Remove leading/trailing whitespace</a:t>
                      </a:r>
                    </a:p>
                  </a:txBody>
                  <a:tcPr marL="55080" marR="55080" marT="27540" marB="2754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34109481"/>
                  </a:ext>
                </a:extLst>
              </a:tr>
              <a:tr h="38556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/>
                        <a:t>3</a:t>
                      </a:r>
                    </a:p>
                  </a:txBody>
                  <a:tcPr marL="55080" marR="55080" marT="27540" marB="2754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/>
                        <a:t>Cleaning</a:t>
                      </a:r>
                    </a:p>
                  </a:txBody>
                  <a:tcPr marL="55080" marR="55080" marT="27540" marB="2754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/>
                        <a:t>carrierid, deliverystatus → UPPERCASE</a:t>
                      </a:r>
                    </a:p>
                  </a:txBody>
                  <a:tcPr marL="55080" marR="55080" marT="27540" marB="2754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/>
                        <a:t>Categorical standardization</a:t>
                      </a:r>
                    </a:p>
                  </a:txBody>
                  <a:tcPr marL="55080" marR="55080" marT="27540" marB="2754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4608450"/>
                  </a:ext>
                </a:extLst>
              </a:tr>
              <a:tr h="38556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/>
                        <a:t>4</a:t>
                      </a:r>
                    </a:p>
                  </a:txBody>
                  <a:tcPr marL="55080" marR="55080" marT="27540" marB="2754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dirty="0"/>
                        <a:t>Cleaning</a:t>
                      </a:r>
                    </a:p>
                  </a:txBody>
                  <a:tcPr marL="55080" marR="55080" marT="27540" marB="2754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/>
                        <a:t>cost → double, dates → date, days → int</a:t>
                      </a:r>
                    </a:p>
                  </a:txBody>
                  <a:tcPr marL="55080" marR="55080" marT="27540" marB="2754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/>
                        <a:t>Explicit type enforcement</a:t>
                      </a:r>
                    </a:p>
                  </a:txBody>
                  <a:tcPr marL="55080" marR="55080" marT="27540" marB="2754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34291033"/>
                  </a:ext>
                </a:extLst>
              </a:tr>
              <a:tr h="38556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/>
                        <a:t>5</a:t>
                      </a:r>
                    </a:p>
                  </a:txBody>
                  <a:tcPr marL="55080" marR="55080" marT="27540" marB="2754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/>
                        <a:t>Cleaning</a:t>
                      </a:r>
                    </a:p>
                  </a:txBody>
                  <a:tcPr marL="55080" marR="55080" marT="27540" marB="2754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dirty="0"/>
                        <a:t>Date parsing + logical validation</a:t>
                      </a:r>
                    </a:p>
                  </a:txBody>
                  <a:tcPr marL="55080" marR="55080" marT="27540" marB="2754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/>
                        <a:t>Reliable time analysis</a:t>
                      </a:r>
                    </a:p>
                  </a:txBody>
                  <a:tcPr marL="55080" marR="55080" marT="27540" marB="2754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25559366"/>
                  </a:ext>
                </a:extLst>
              </a:tr>
              <a:tr h="38556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/>
                        <a:t>6</a:t>
                      </a:r>
                    </a:p>
                  </a:txBody>
                  <a:tcPr marL="55080" marR="55080" marT="27540" marB="2754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/>
                        <a:t>Cleaning</a:t>
                      </a:r>
                    </a:p>
                  </a:txBody>
                  <a:tcPr marL="55080" marR="55080" marT="27540" marB="2754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dirty="0" err="1"/>
                        <a:t>Dedup</a:t>
                      </a:r>
                      <a:r>
                        <a:rPr lang="en-US" sz="1100" dirty="0"/>
                        <a:t>: latest </a:t>
                      </a:r>
                      <a:r>
                        <a:rPr lang="en-US" sz="1100" dirty="0" err="1"/>
                        <a:t>ingest_ts</a:t>
                      </a:r>
                      <a:r>
                        <a:rPr lang="en-US" sz="1100" dirty="0"/>
                        <a:t> per </a:t>
                      </a:r>
                      <a:r>
                        <a:rPr lang="en-US" sz="1100" dirty="0" err="1"/>
                        <a:t>shipmentid</a:t>
                      </a:r>
                      <a:endParaRPr lang="en-US" sz="1100" dirty="0"/>
                    </a:p>
                  </a:txBody>
                  <a:tcPr marL="55080" marR="55080" marT="27540" marB="2754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/>
                        <a:t>Eliminate duplicates</a:t>
                      </a:r>
                    </a:p>
                  </a:txBody>
                  <a:tcPr marL="55080" marR="55080" marT="27540" marB="2754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37025729"/>
                  </a:ext>
                </a:extLst>
              </a:tr>
              <a:tr h="38556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/>
                        <a:t>7</a:t>
                      </a:r>
                    </a:p>
                  </a:txBody>
                  <a:tcPr marL="55080" marR="55080" marT="27540" marB="2754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/>
                        <a:t>Cleaning</a:t>
                      </a:r>
                    </a:p>
                  </a:txBody>
                  <a:tcPr marL="55080" marR="55080" marT="27540" marB="2754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dirty="0"/>
                        <a:t>Status/priority → controlled vocabulary</a:t>
                      </a:r>
                    </a:p>
                  </a:txBody>
                  <a:tcPr marL="55080" marR="55080" marT="27540" marB="2754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/>
                        <a:t>Consistent filtering</a:t>
                      </a:r>
                    </a:p>
                  </a:txBody>
                  <a:tcPr marL="55080" marR="55080" marT="27540" marB="2754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99930024"/>
                  </a:ext>
                </a:extLst>
              </a:tr>
              <a:tr h="38556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/>
                        <a:t>8</a:t>
                      </a:r>
                    </a:p>
                  </a:txBody>
                  <a:tcPr marL="55080" marR="55080" marT="27540" marB="2754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dirty="0"/>
                        <a:t>Cleaning</a:t>
                      </a:r>
                    </a:p>
                  </a:txBody>
                  <a:tcPr marL="55080" marR="55080" marT="27540" marB="2754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dirty="0"/>
                        <a:t>Empty strings → NULL</a:t>
                      </a:r>
                    </a:p>
                  </a:txBody>
                  <a:tcPr marL="55080" marR="55080" marT="27540" marB="2754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dirty="0"/>
                        <a:t>Clear missing vs empty distinction</a:t>
                      </a:r>
                    </a:p>
                  </a:txBody>
                  <a:tcPr marL="55080" marR="55080" marT="27540" marB="2754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74694729"/>
                  </a:ext>
                </a:extLst>
              </a:tr>
            </a:tbl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2FCCB2A6-AA28-7D64-BC30-15F5726D5C1C}"/>
              </a:ext>
            </a:extLst>
          </p:cNvPr>
          <p:cNvSpPr txBox="1"/>
          <p:nvPr/>
        </p:nvSpPr>
        <p:spPr>
          <a:xfrm>
            <a:off x="6434983" y="807616"/>
            <a:ext cx="3973795" cy="18158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2.5M Shipment Records Analyzed</a:t>
            </a:r>
          </a:p>
          <a:p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Missing shipment costs (NULL values)</a:t>
            </a:r>
          </a:p>
          <a:p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Negative cost values </a:t>
            </a:r>
          </a:p>
          <a:p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 Zero cost shipments</a:t>
            </a:r>
          </a:p>
          <a:p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4. Extreme cost outliers (10x+ median)</a:t>
            </a:r>
          </a:p>
          <a:p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5. Date anomalies (</a:t>
            </a:r>
            <a:r>
              <a:rPr 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shipment_date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&gt; </a:t>
            </a:r>
            <a:r>
              <a:rPr 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delivery_date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6. Invalid delivery status values</a:t>
            </a:r>
          </a:p>
        </p:txBody>
      </p:sp>
      <p:sp>
        <p:nvSpPr>
          <p:cNvPr id="10" name="Text Placeholder 1">
            <a:extLst>
              <a:ext uri="{FF2B5EF4-FFF2-40B4-BE49-F238E27FC236}">
                <a16:creationId xmlns:a16="http://schemas.microsoft.com/office/drawing/2014/main" id="{716DF457-7C3A-EFB6-2CB1-A839C6F03BC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067656" y="297815"/>
            <a:ext cx="6434983" cy="434975"/>
          </a:xfrm>
        </p:spPr>
        <p:txBody>
          <a:bodyPr/>
          <a:lstStyle/>
          <a:p>
            <a:pPr marL="0" indent="0">
              <a:buNone/>
            </a:pPr>
            <a:r>
              <a:rPr lang="en-IN" sz="2000" dirty="0"/>
              <a:t>Databricks: Silver Transformations Data Cleaning &amp; Quality</a:t>
            </a:r>
          </a:p>
        </p:txBody>
      </p:sp>
    </p:spTree>
    <p:extLst>
      <p:ext uri="{BB962C8B-B14F-4D97-AF65-F5344CB8AC3E}">
        <p14:creationId xmlns:p14="http://schemas.microsoft.com/office/powerpoint/2010/main" val="399145423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C9EC06C8-940F-7BA4-C4B5-12F73DD3F60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77274839"/>
              </p:ext>
            </p:extLst>
          </p:nvPr>
        </p:nvGraphicFramePr>
        <p:xfrm>
          <a:off x="1468172" y="3241146"/>
          <a:ext cx="9624270" cy="3031466"/>
        </p:xfrm>
        <a:graphic>
          <a:graphicData uri="http://schemas.openxmlformats.org/drawingml/2006/table">
            <a:tbl>
              <a:tblPr/>
              <a:tblGrid>
                <a:gridCol w="3208090">
                  <a:extLst>
                    <a:ext uri="{9D8B030D-6E8A-4147-A177-3AD203B41FA5}">
                      <a16:colId xmlns:a16="http://schemas.microsoft.com/office/drawing/2014/main" val="4111553035"/>
                    </a:ext>
                  </a:extLst>
                </a:gridCol>
                <a:gridCol w="3208090">
                  <a:extLst>
                    <a:ext uri="{9D8B030D-6E8A-4147-A177-3AD203B41FA5}">
                      <a16:colId xmlns:a16="http://schemas.microsoft.com/office/drawing/2014/main" val="1853254924"/>
                    </a:ext>
                  </a:extLst>
                </a:gridCol>
                <a:gridCol w="3208090">
                  <a:extLst>
                    <a:ext uri="{9D8B030D-6E8A-4147-A177-3AD203B41FA5}">
                      <a16:colId xmlns:a16="http://schemas.microsoft.com/office/drawing/2014/main" val="1036574677"/>
                    </a:ext>
                  </a:extLst>
                </a:gridCol>
              </a:tblGrid>
              <a:tr h="327726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b="1" dirty="0"/>
                        <a:t>Flag Name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b="1" dirty="0"/>
                        <a:t>Condition (Logic)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b="1" dirty="0"/>
                        <a:t>Description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7139986"/>
                  </a:ext>
                </a:extLst>
              </a:tr>
              <a:tr h="32772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dq_cost_null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 err="1"/>
                        <a:t>shipment_cost</a:t>
                      </a:r>
                      <a:r>
                        <a:rPr lang="en-US" sz="1400" dirty="0"/>
                        <a:t> IS NULL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/>
                        <a:t>Missing shipment cost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07384193"/>
                  </a:ext>
                </a:extLst>
              </a:tr>
              <a:tr h="32772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dq_cost_negative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shipment_cost &lt; 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Invalid negative cost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22836354"/>
                  </a:ext>
                </a:extLst>
              </a:tr>
              <a:tr h="57352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dq_cost_zero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shipment_cost = 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Zero-cost shipment (potential anomaly)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75145713"/>
                  </a:ext>
                </a:extLst>
              </a:tr>
              <a:tr h="32772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dq_cost_outlier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shipment_cost &gt; (median_cost × 10)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Extreme cost outlier detection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68951076"/>
                  </a:ext>
                </a:extLst>
              </a:tr>
              <a:tr h="32772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dq_date_anomaly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shipment_date &gt; delivery_date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Illogical date sequence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32123142"/>
                  </a:ext>
                </a:extLst>
              </a:tr>
              <a:tr h="81931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dq_invalid_status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delivery_status NOT IN ('DELIVERED','IN_TRANSIT','CANCELLED')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/>
                        <a:t>Status outside controlled vocabulary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76416254"/>
                  </a:ext>
                </a:extLst>
              </a:tr>
            </a:tbl>
          </a:graphicData>
        </a:graphic>
      </p:graphicFrame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7832D753-4BE4-E767-6A59-0D54EA54405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20715275"/>
              </p:ext>
            </p:extLst>
          </p:nvPr>
        </p:nvGraphicFramePr>
        <p:xfrm>
          <a:off x="5503491" y="500081"/>
          <a:ext cx="6520440" cy="1687640"/>
        </p:xfrm>
        <a:graphic>
          <a:graphicData uri="http://schemas.openxmlformats.org/drawingml/2006/table">
            <a:tbl>
              <a:tblPr/>
              <a:tblGrid>
                <a:gridCol w="2173480">
                  <a:extLst>
                    <a:ext uri="{9D8B030D-6E8A-4147-A177-3AD203B41FA5}">
                      <a16:colId xmlns:a16="http://schemas.microsoft.com/office/drawing/2014/main" val="43969482"/>
                    </a:ext>
                  </a:extLst>
                </a:gridCol>
                <a:gridCol w="2173480">
                  <a:extLst>
                    <a:ext uri="{9D8B030D-6E8A-4147-A177-3AD203B41FA5}">
                      <a16:colId xmlns:a16="http://schemas.microsoft.com/office/drawing/2014/main" val="2653280067"/>
                    </a:ext>
                  </a:extLst>
                </a:gridCol>
                <a:gridCol w="2173480">
                  <a:extLst>
                    <a:ext uri="{9D8B030D-6E8A-4147-A177-3AD203B41FA5}">
                      <a16:colId xmlns:a16="http://schemas.microsoft.com/office/drawing/2014/main" val="3195865800"/>
                    </a:ext>
                  </a:extLst>
                </a:gridCol>
              </a:tblGrid>
              <a:tr h="312526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b="1" dirty="0"/>
                        <a:t>Field Name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b="1" dirty="0"/>
                        <a:t>Logic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b="1" dirty="0"/>
                        <a:t>Purpose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8704674"/>
                  </a:ext>
                </a:extLst>
              </a:tr>
              <a:tr h="53129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 err="1"/>
                        <a:t>dq_score</a:t>
                      </a:r>
                      <a:endParaRPr 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/>
                        <a:t>Sum of all DQ flags (converted to integer 0/1)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it-IT" sz="1400" dirty="0"/>
                        <a:t>Overall data quality score per record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59633792"/>
                  </a:ext>
                </a:extLst>
              </a:tr>
              <a:tr h="53129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dq_severity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/>
                        <a:t>≥2 → CRITICAL, =1 → MAJOR, else MINOR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/>
                        <a:t>Severity classification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74467373"/>
                  </a:ext>
                </a:extLst>
              </a:tr>
              <a:tr h="31252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is_quarantine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 err="1"/>
                        <a:t>dq_severity</a:t>
                      </a:r>
                      <a:r>
                        <a:rPr lang="en-US" sz="1400" dirty="0"/>
                        <a:t> = 'CRITICAL'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/>
                        <a:t>Flag record for quarantine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21444025"/>
                  </a:ext>
                </a:extLst>
              </a:tr>
            </a:tbl>
          </a:graphicData>
        </a:graphic>
      </p:graphicFrame>
      <p:pic>
        <p:nvPicPr>
          <p:cNvPr id="6" name="Picture 5">
            <a:extLst>
              <a:ext uri="{FF2B5EF4-FFF2-40B4-BE49-F238E27FC236}">
                <a16:creationId xmlns:a16="http://schemas.microsoft.com/office/drawing/2014/main" id="{8215F1FC-2D90-E661-2EF4-E88D53BD279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8069" y="236036"/>
            <a:ext cx="5098241" cy="24558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6309973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33AF9279-D3B7-B171-F301-F5DD5199706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679942" y="422620"/>
            <a:ext cx="4857308" cy="434975"/>
          </a:xfrm>
        </p:spPr>
        <p:txBody>
          <a:bodyPr/>
          <a:lstStyle/>
          <a:p>
            <a:pPr marL="0" indent="0">
              <a:buNone/>
            </a:pPr>
            <a:r>
              <a:rPr lang="en-IN" dirty="0"/>
              <a:t>Analytics-Ready Gold Layer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7BCEDD3-F2EF-0338-1851-0425FD22427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2986" y="1239905"/>
            <a:ext cx="6402052" cy="4378190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7703B047-E602-E8EE-348A-588707EDE5D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47429" y="1107440"/>
            <a:ext cx="3533775" cy="232156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D8E51CC8-D1BE-7270-9F4C-443CF24677C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66166" y="3678845"/>
            <a:ext cx="5132848" cy="2508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1008583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F3DA656C-675F-49AE-095F-1A3F4B8B269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532720" y="379892"/>
            <a:ext cx="3568694" cy="320864"/>
          </a:xfrm>
        </p:spPr>
        <p:txBody>
          <a:bodyPr/>
          <a:lstStyle/>
          <a:p>
            <a:pPr marL="0" indent="0">
              <a:buNone/>
            </a:pPr>
            <a:r>
              <a:rPr lang="en-IN" dirty="0"/>
              <a:t>Aggregation Tables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24A91DA-7848-AC4F-61E7-F49AC22962F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7923" y="1255472"/>
            <a:ext cx="2429658" cy="4008664"/>
          </a:xfrm>
          <a:prstGeom prst="rect">
            <a:avLst/>
          </a:prstGeom>
        </p:spPr>
      </p:pic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CB960E0D-00DD-1021-7741-9DCD5E6F7D4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57464859"/>
              </p:ext>
            </p:extLst>
          </p:nvPr>
        </p:nvGraphicFramePr>
        <p:xfrm>
          <a:off x="4504373" y="1178100"/>
          <a:ext cx="6278030" cy="4507139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471733">
                  <a:extLst>
                    <a:ext uri="{9D8B030D-6E8A-4147-A177-3AD203B41FA5}">
                      <a16:colId xmlns:a16="http://schemas.microsoft.com/office/drawing/2014/main" val="44370293"/>
                    </a:ext>
                  </a:extLst>
                </a:gridCol>
                <a:gridCol w="3342741">
                  <a:extLst>
                    <a:ext uri="{9D8B030D-6E8A-4147-A177-3AD203B41FA5}">
                      <a16:colId xmlns:a16="http://schemas.microsoft.com/office/drawing/2014/main" val="2167780613"/>
                    </a:ext>
                  </a:extLst>
                </a:gridCol>
                <a:gridCol w="1463556">
                  <a:extLst>
                    <a:ext uri="{9D8B030D-6E8A-4147-A177-3AD203B41FA5}">
                      <a16:colId xmlns:a16="http://schemas.microsoft.com/office/drawing/2014/main" val="3119889488"/>
                    </a:ext>
                  </a:extLst>
                </a:gridCol>
              </a:tblGrid>
              <a:tr h="318127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200" dirty="0">
                          <a:solidFill>
                            <a:schemeClr val="tx2"/>
                          </a:solidFill>
                          <a:effectLst/>
                        </a:rPr>
                        <a:t>Aggregation Table</a:t>
                      </a:r>
                      <a:endParaRPr lang="en-US" sz="1200" dirty="0">
                        <a:solidFill>
                          <a:schemeClr val="tx2"/>
                        </a:solidFill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200" dirty="0">
                          <a:solidFill>
                            <a:schemeClr val="tx2"/>
                          </a:solidFill>
                          <a:effectLst/>
                        </a:rPr>
                        <a:t>What It Shows</a:t>
                      </a:r>
                      <a:endParaRPr lang="en-US" sz="1200" dirty="0">
                        <a:solidFill>
                          <a:schemeClr val="tx2"/>
                        </a:solidFill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200" dirty="0">
                          <a:solidFill>
                            <a:schemeClr val="tx2"/>
                          </a:solidFill>
                          <a:effectLst/>
                        </a:rPr>
                        <a:t>KPI</a:t>
                      </a:r>
                      <a:endParaRPr lang="en-US" sz="1200" dirty="0">
                        <a:solidFill>
                          <a:schemeClr val="tx2"/>
                        </a:solidFill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732514985"/>
                  </a:ext>
                </a:extLst>
              </a:tr>
              <a:tr h="416116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100" dirty="0" err="1">
                          <a:solidFill>
                            <a:schemeClr val="tx2"/>
                          </a:solidFill>
                          <a:effectLst/>
                        </a:rPr>
                        <a:t>agg_daily_cost</a:t>
                      </a:r>
                      <a:endParaRPr lang="en-US" sz="1100" dirty="0">
                        <a:solidFill>
                          <a:schemeClr val="tx2"/>
                        </a:solidFill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100" dirty="0">
                          <a:solidFill>
                            <a:schemeClr val="tx2"/>
                          </a:solidFill>
                          <a:effectLst/>
                        </a:rPr>
                        <a:t>Daily shipment cost trend, Detects cost spikes</a:t>
                      </a:r>
                      <a:endParaRPr lang="en-US" sz="1100" dirty="0">
                        <a:solidFill>
                          <a:schemeClr val="tx2"/>
                        </a:solidFill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100">
                          <a:solidFill>
                            <a:schemeClr val="tx2"/>
                          </a:solidFill>
                          <a:effectLst/>
                        </a:rPr>
                        <a:t>Cost per Day</a:t>
                      </a:r>
                      <a:endParaRPr lang="en-US" sz="1100">
                        <a:solidFill>
                          <a:schemeClr val="tx2"/>
                        </a:solidFill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873860543"/>
                  </a:ext>
                </a:extLst>
              </a:tr>
              <a:tr h="394438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100" dirty="0" err="1">
                          <a:solidFill>
                            <a:schemeClr val="tx2"/>
                          </a:solidFill>
                          <a:effectLst/>
                        </a:rPr>
                        <a:t>agg_carrier_perf</a:t>
                      </a:r>
                      <a:endParaRPr lang="en-US" sz="1100" dirty="0">
                        <a:solidFill>
                          <a:schemeClr val="tx2"/>
                        </a:solidFill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100" dirty="0">
                          <a:solidFill>
                            <a:schemeClr val="tx2"/>
                          </a:solidFill>
                          <a:effectLst/>
                        </a:rPr>
                        <a:t>Carrier on-time &amp; speed comparison, Select best carrier</a:t>
                      </a:r>
                      <a:endParaRPr lang="en-US" sz="1100" dirty="0">
                        <a:solidFill>
                          <a:schemeClr val="tx2"/>
                        </a:solidFill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100">
                          <a:solidFill>
                            <a:schemeClr val="tx2"/>
                          </a:solidFill>
                          <a:effectLst/>
                        </a:rPr>
                        <a:t>OTIF %</a:t>
                      </a:r>
                      <a:endParaRPr lang="en-US" sz="1100">
                        <a:solidFill>
                          <a:schemeClr val="tx2"/>
                        </a:solidFill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320943302"/>
                  </a:ext>
                </a:extLst>
              </a:tr>
              <a:tr h="446318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100" dirty="0" err="1">
                          <a:solidFill>
                            <a:schemeClr val="tx2"/>
                          </a:solidFill>
                          <a:effectLst/>
                        </a:rPr>
                        <a:t>agg_region_cost</a:t>
                      </a:r>
                      <a:endParaRPr lang="en-US" sz="1100" dirty="0">
                        <a:solidFill>
                          <a:schemeClr val="tx2"/>
                        </a:solidFill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100" dirty="0">
                          <a:solidFill>
                            <a:schemeClr val="tx2"/>
                          </a:solidFill>
                          <a:effectLst/>
                        </a:rPr>
                        <a:t>Avg cost by region, Identify regional imbalance</a:t>
                      </a:r>
                      <a:endParaRPr lang="en-US" sz="1100" dirty="0">
                        <a:solidFill>
                          <a:schemeClr val="tx2"/>
                        </a:solidFill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100" dirty="0">
                          <a:solidFill>
                            <a:schemeClr val="tx2"/>
                          </a:solidFill>
                          <a:effectLst/>
                        </a:rPr>
                        <a:t>Regional Cost Variance</a:t>
                      </a:r>
                      <a:endParaRPr lang="en-US" sz="1100" dirty="0">
                        <a:solidFill>
                          <a:schemeClr val="tx2"/>
                        </a:solidFill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601002149"/>
                  </a:ext>
                </a:extLst>
              </a:tr>
              <a:tr h="464439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100">
                          <a:solidFill>
                            <a:schemeClr val="tx2"/>
                          </a:solidFill>
                          <a:effectLst/>
                        </a:rPr>
                        <a:t>agg_delivery_success</a:t>
                      </a:r>
                      <a:endParaRPr lang="en-US" sz="1100">
                        <a:solidFill>
                          <a:schemeClr val="tx2"/>
                        </a:solidFill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100" dirty="0">
                          <a:solidFill>
                            <a:schemeClr val="tx2"/>
                          </a:solidFill>
                          <a:effectLst/>
                        </a:rPr>
                        <a:t>% delivered within SLA, Improves customer satisfaction</a:t>
                      </a:r>
                      <a:endParaRPr lang="en-US" sz="1100" dirty="0">
                        <a:solidFill>
                          <a:schemeClr val="tx2"/>
                        </a:solidFill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100" dirty="0">
                          <a:solidFill>
                            <a:schemeClr val="tx2"/>
                          </a:solidFill>
                          <a:effectLst/>
                        </a:rPr>
                        <a:t>On-Time Delivery</a:t>
                      </a:r>
                      <a:endParaRPr lang="en-US" sz="1100" dirty="0">
                        <a:solidFill>
                          <a:schemeClr val="tx2"/>
                        </a:solidFill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91066904"/>
                  </a:ext>
                </a:extLst>
              </a:tr>
              <a:tr h="530883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100" dirty="0" err="1">
                          <a:solidFill>
                            <a:schemeClr val="tx2"/>
                          </a:solidFill>
                          <a:effectLst/>
                        </a:rPr>
                        <a:t>agg_payment_perf</a:t>
                      </a:r>
                      <a:endParaRPr lang="en-US" sz="1100" dirty="0">
                        <a:solidFill>
                          <a:schemeClr val="tx2"/>
                        </a:solidFill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100" dirty="0">
                          <a:solidFill>
                            <a:schemeClr val="tx2"/>
                          </a:solidFill>
                          <a:effectLst/>
                        </a:rPr>
                        <a:t>Performance by payment type, Optimize payment efficiency</a:t>
                      </a:r>
                      <a:endParaRPr lang="en-US" sz="1100" dirty="0">
                        <a:solidFill>
                          <a:schemeClr val="tx2"/>
                        </a:solidFill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100">
                          <a:solidFill>
                            <a:schemeClr val="tx2"/>
                          </a:solidFill>
                          <a:effectLst/>
                        </a:rPr>
                        <a:t>Payment Cycle Time</a:t>
                      </a:r>
                      <a:endParaRPr lang="en-US" sz="1100">
                        <a:solidFill>
                          <a:schemeClr val="tx2"/>
                        </a:solidFill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903826465"/>
                  </a:ext>
                </a:extLst>
              </a:tr>
              <a:tr h="394438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100" dirty="0" err="1">
                          <a:solidFill>
                            <a:schemeClr val="tx2"/>
                          </a:solidFill>
                          <a:effectLst/>
                        </a:rPr>
                        <a:t>agg_priority_status</a:t>
                      </a:r>
                      <a:endParaRPr lang="en-US" sz="1100" dirty="0">
                        <a:solidFill>
                          <a:schemeClr val="tx2"/>
                        </a:solidFill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100">
                          <a:solidFill>
                            <a:schemeClr val="tx2"/>
                          </a:solidFill>
                          <a:effectLst/>
                        </a:rPr>
                        <a:t>Priority shipment cost &amp; delay, Ensure premium profitability</a:t>
                      </a:r>
                      <a:endParaRPr lang="en-US" sz="1100">
                        <a:solidFill>
                          <a:schemeClr val="tx2"/>
                        </a:solidFill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100" dirty="0">
                          <a:solidFill>
                            <a:schemeClr val="tx2"/>
                          </a:solidFill>
                          <a:effectLst/>
                        </a:rPr>
                        <a:t>Priority Service Margin</a:t>
                      </a:r>
                      <a:endParaRPr lang="en-US" sz="1100" dirty="0">
                        <a:solidFill>
                          <a:schemeClr val="tx2"/>
                        </a:solidFill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508018209"/>
                  </a:ext>
                </a:extLst>
              </a:tr>
              <a:tr h="549004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100">
                          <a:solidFill>
                            <a:schemeClr val="tx2"/>
                          </a:solidFill>
                          <a:effectLst/>
                        </a:rPr>
                        <a:t>agg_fragile_cost</a:t>
                      </a:r>
                      <a:endParaRPr lang="en-US" sz="1100">
                        <a:solidFill>
                          <a:schemeClr val="tx2"/>
                        </a:solidFill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100">
                          <a:solidFill>
                            <a:schemeClr val="tx2"/>
                          </a:solidFill>
                          <a:effectLst/>
                        </a:rPr>
                        <a:t>Fragile vs normal cost, Identify handling premium</a:t>
                      </a:r>
                      <a:endParaRPr lang="en-US" sz="1100">
                        <a:solidFill>
                          <a:schemeClr val="tx2"/>
                        </a:solidFill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100" dirty="0">
                          <a:solidFill>
                            <a:schemeClr val="tx2"/>
                          </a:solidFill>
                          <a:effectLst/>
                        </a:rPr>
                        <a:t>Fragile Handling Premium</a:t>
                      </a:r>
                      <a:endParaRPr lang="en-US" sz="1100" dirty="0">
                        <a:solidFill>
                          <a:schemeClr val="tx2"/>
                        </a:solidFill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748756874"/>
                  </a:ext>
                </a:extLst>
              </a:tr>
              <a:tr h="295308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100" dirty="0" err="1">
                          <a:solidFill>
                            <a:schemeClr val="tx2"/>
                          </a:solidFill>
                          <a:effectLst/>
                        </a:rPr>
                        <a:t>agg_monthly_kpi</a:t>
                      </a:r>
                      <a:endParaRPr lang="en-US" sz="1100" dirty="0">
                        <a:solidFill>
                          <a:schemeClr val="tx2"/>
                        </a:solidFill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100">
                          <a:solidFill>
                            <a:schemeClr val="tx2"/>
                          </a:solidFill>
                          <a:effectLst/>
                        </a:rPr>
                        <a:t>Monthly summary view, Executive monitoring</a:t>
                      </a:r>
                      <a:endParaRPr lang="en-US" sz="1100">
                        <a:solidFill>
                          <a:schemeClr val="tx2"/>
                        </a:solidFill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100" dirty="0">
                          <a:solidFill>
                            <a:schemeClr val="tx2"/>
                          </a:solidFill>
                          <a:effectLst/>
                        </a:rPr>
                        <a:t>Executive Scorecard</a:t>
                      </a:r>
                      <a:endParaRPr lang="en-US" sz="1100" dirty="0">
                        <a:solidFill>
                          <a:schemeClr val="tx2"/>
                        </a:solidFill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352589460"/>
                  </a:ext>
                </a:extLst>
              </a:tr>
              <a:tr h="507393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100" dirty="0" err="1">
                          <a:solidFill>
                            <a:schemeClr val="tx2"/>
                          </a:solidFill>
                          <a:effectLst/>
                        </a:rPr>
                        <a:t>agg_dq_daily</a:t>
                      </a:r>
                      <a:endParaRPr lang="en-US" sz="1100" dirty="0">
                        <a:solidFill>
                          <a:schemeClr val="tx2"/>
                        </a:solidFill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100">
                          <a:solidFill>
                            <a:schemeClr val="tx2"/>
                          </a:solidFill>
                          <a:effectLst/>
                        </a:rPr>
                        <a:t>Daily data quality status, Ensure trusted reporting</a:t>
                      </a:r>
                      <a:endParaRPr lang="en-US" sz="1100">
                        <a:solidFill>
                          <a:schemeClr val="tx2"/>
                        </a:solidFill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100" dirty="0">
                          <a:solidFill>
                            <a:schemeClr val="tx2"/>
                          </a:solidFill>
                          <a:effectLst/>
                        </a:rPr>
                        <a:t>Data Quality Score</a:t>
                      </a:r>
                      <a:endParaRPr lang="en-US" sz="1100" dirty="0">
                        <a:solidFill>
                          <a:schemeClr val="tx2"/>
                        </a:solidFill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331196653"/>
                  </a:ext>
                </a:extLst>
              </a:tr>
              <a:tr h="190675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100" dirty="0" err="1">
                          <a:solidFill>
                            <a:schemeClr val="tx2"/>
                          </a:solidFill>
                          <a:effectLst/>
                        </a:rPr>
                        <a:t>agg_fragile_damage</a:t>
                      </a:r>
                      <a:endParaRPr lang="en-US" sz="1100" dirty="0">
                        <a:solidFill>
                          <a:schemeClr val="tx2"/>
                        </a:solidFill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100" dirty="0">
                          <a:solidFill>
                            <a:schemeClr val="tx2"/>
                          </a:solidFill>
                          <a:effectLst/>
                        </a:rPr>
                        <a:t>Delayed fragile shipment risk, Reduce damage loss</a:t>
                      </a:r>
                      <a:endParaRPr lang="en-US" sz="1100" dirty="0">
                        <a:solidFill>
                          <a:schemeClr val="tx2"/>
                        </a:solidFill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100" dirty="0">
                          <a:solidFill>
                            <a:schemeClr val="tx2"/>
                          </a:solidFill>
                          <a:effectLst/>
                        </a:rPr>
                        <a:t>Damage Risk Index</a:t>
                      </a:r>
                      <a:endParaRPr lang="en-US" sz="1100" dirty="0">
                        <a:solidFill>
                          <a:schemeClr val="tx2"/>
                        </a:solidFill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50735175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8308313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DEEA85B5-D231-87AD-A4E4-28DEC0087B7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504833" y="166247"/>
            <a:ext cx="3182332" cy="434975"/>
          </a:xfrm>
        </p:spPr>
        <p:txBody>
          <a:bodyPr/>
          <a:lstStyle/>
          <a:p>
            <a:pPr marL="0" indent="0">
              <a:buNone/>
            </a:pPr>
            <a:r>
              <a:rPr lang="en-IN" dirty="0"/>
              <a:t>Power BI Insights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DEC16BA4-9B05-95CD-89C6-4857BF25167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9380" y="755046"/>
            <a:ext cx="10113237" cy="5555798"/>
          </a:xfrm>
          <a:prstGeom prst="rect">
            <a:avLst/>
          </a:prstGeom>
          <a:ln>
            <a:solidFill>
              <a:schemeClr val="accent1"/>
            </a:solidFill>
          </a:ln>
        </p:spPr>
      </p:pic>
    </p:spTree>
    <p:extLst>
      <p:ext uri="{BB962C8B-B14F-4D97-AF65-F5344CB8AC3E}">
        <p14:creationId xmlns:p14="http://schemas.microsoft.com/office/powerpoint/2010/main" val="353765041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CB7BC8CF-809A-F736-4C54-86AFDF08ED6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59023" y="463163"/>
            <a:ext cx="9873953" cy="5538275"/>
          </a:xfrm>
          <a:prstGeom prst="rect">
            <a:avLst/>
          </a:prstGeom>
          <a:ln>
            <a:solidFill>
              <a:schemeClr val="accent1"/>
            </a:solidFill>
          </a:ln>
        </p:spPr>
      </p:pic>
    </p:spTree>
    <p:extLst>
      <p:ext uri="{BB962C8B-B14F-4D97-AF65-F5344CB8AC3E}">
        <p14:creationId xmlns:p14="http://schemas.microsoft.com/office/powerpoint/2010/main" val="249329614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EB8C2ACC-AFE1-5A1A-2E92-5ACEC8A4207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33399" y="469835"/>
            <a:ext cx="11125200" cy="90702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sz="4800" dirty="0"/>
              <a:t>Trello Break Down Chart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A441AA28-7B5B-D9E1-F50E-7EAB6796E575}"/>
              </a:ext>
            </a:extLst>
          </p:cNvPr>
          <p:cNvPicPr>
            <a:picLocks noGrp="1" noChangeAspect="1"/>
          </p:cNvPicPr>
          <p:nvPr>
            <p:ph idx="15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8857"/>
          <a:stretch>
            <a:fillRect/>
          </a:stretch>
        </p:blipFill>
        <p:spPr>
          <a:xfrm>
            <a:off x="1545020" y="1097235"/>
            <a:ext cx="9101959" cy="5537417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399494041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LM">
      <a:dk1>
        <a:srgbClr val="595959"/>
      </a:dk1>
      <a:lt1>
        <a:srgbClr val="FFFFFF"/>
      </a:lt1>
      <a:dk2>
        <a:srgbClr val="000000"/>
      </a:dk2>
      <a:lt2>
        <a:srgbClr val="FFFFFF"/>
      </a:lt2>
      <a:accent1>
        <a:srgbClr val="BCD9F3"/>
      </a:accent1>
      <a:accent2>
        <a:srgbClr val="97C4EC"/>
      </a:accent2>
      <a:accent3>
        <a:srgbClr val="60A5E2"/>
      </a:accent3>
      <a:accent4>
        <a:srgbClr val="EF7C00"/>
      </a:accent4>
      <a:accent5>
        <a:srgbClr val="C8CA05"/>
      </a:accent5>
      <a:accent6>
        <a:srgbClr val="33682B"/>
      </a:accent6>
      <a:hlink>
        <a:srgbClr val="64B3E3"/>
      </a:hlink>
      <a:folHlink>
        <a:srgbClr val="004683"/>
      </a:folHlink>
    </a:clrScheme>
    <a:fontScheme name="Frutiger">
      <a:majorFont>
        <a:latin typeface="Frutiger 45 bold"/>
        <a:ea typeface=""/>
        <a:cs typeface=""/>
      </a:majorFont>
      <a:minorFont>
        <a:latin typeface="Frutiger 45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LTIMindtree PowerPoint Template  -  Read-Only" id="{D2D078E9-0747-433B-9A53-87E4E1206723}" vid="{02E04BAB-B372-49B2-8DFC-CCA947979587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_rels/item4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4.xml"/></Relationships>
</file>

<file path=customXml/item1.xml><?xml version="1.0" encoding="utf-8"?>
<?mso-contentType ?>
<spe:Receivers xmlns:spe="http://schemas.microsoft.com/sharepoint/events">
  <Receiver>
    <Name>Document ID Generator</Name>
    <Synchronization>Synchronous</Synchronization>
    <Type>10001</Type>
    <SequenceNumber>1000</SequenceNumber>
    <Url/>
    <Assembly>Microsoft.Office.DocumentManagement, Version=16.0.0.0, Culture=neutral, PublicKeyToken=71e9bce111e9429c</Assembly>
    <Class>Microsoft.Office.DocumentManagement.Internal.DocIdHandler</Class>
    <Data/>
    <Filter/>
  </Receiver>
  <Receiver>
    <Name>Document ID Generator</Name>
    <Synchronization>Synchronous</Synchronization>
    <Type>10002</Type>
    <SequenceNumber>1001</SequenceNumber>
    <Url/>
    <Assembly>Microsoft.Office.DocumentManagement, Version=16.0.0.0, Culture=neutral, PublicKeyToken=71e9bce111e9429c</Assembly>
    <Class>Microsoft.Office.DocumentManagement.Internal.DocIdHandler</Class>
    <Data/>
    <Filter/>
  </Receiver>
  <Receiver>
    <Name>Document ID Generator</Name>
    <Synchronization>Synchronous</Synchronization>
    <Type>10004</Type>
    <SequenceNumber>1002</SequenceNumber>
    <Url/>
    <Assembly>Microsoft.Office.DocumentManagement, Version=16.0.0.0, Culture=neutral, PublicKeyToken=71e9bce111e9429c</Assembly>
    <Class>Microsoft.Office.DocumentManagement.Internal.DocIdHandler</Class>
    <Data/>
    <Filter/>
  </Receiver>
  <Receiver>
    <Name>Document ID Generator</Name>
    <Synchronization>Synchronous</Synchronization>
    <Type>10006</Type>
    <SequenceNumber>1003</SequenceNumber>
    <Url/>
    <Assembly>Microsoft.Office.DocumentManagement, Version=16.0.0.0, Culture=neutral, PublicKeyToken=71e9bce111e9429c</Assembly>
    <Class>Microsoft.Office.DocumentManagement.Internal.DocIdHandler</Class>
    <Data/>
    <Filter/>
  </Receiver>
</spe:Receiver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1EE668FDB297BA418F5A6539855E71B7" ma:contentTypeVersion="3" ma:contentTypeDescription="Create a new document." ma:contentTypeScope="" ma:versionID="4294c225a3417baf4b70885d580e1778">
  <xsd:schema xmlns:xsd="http://www.w3.org/2001/XMLSchema" xmlns:xs="http://www.w3.org/2001/XMLSchema" xmlns:p="http://schemas.microsoft.com/office/2006/metadata/properties" xmlns:ns2="88563cb8-e9e3-40d4-951f-126d0c29510d" xmlns:ns3="dc0ddbac-d92f-4135-ae82-46af643a22eb" targetNamespace="http://schemas.microsoft.com/office/2006/metadata/properties" ma:root="true" ma:fieldsID="4f00704ce9a2416b2cdaa5d136de8e77" ns2:_="" ns3:_="">
    <xsd:import namespace="88563cb8-e9e3-40d4-951f-126d0c29510d"/>
    <xsd:import namespace="dc0ddbac-d92f-4135-ae82-46af643a22eb"/>
    <xsd:element name="properties">
      <xsd:complexType>
        <xsd:sequence>
          <xsd:element name="documentManagement">
            <xsd:complexType>
              <xsd:all>
                <xsd:element ref="ns2:_dlc_DocId" minOccurs="0"/>
                <xsd:element ref="ns2:_dlc_DocIdUrl" minOccurs="0"/>
                <xsd:element ref="ns2:_dlc_DocIdPersistId" minOccurs="0"/>
                <xsd:element ref="ns3:MediaServiceMetadata" minOccurs="0"/>
                <xsd:element ref="ns3:MediaServiceFastMetadata" minOccurs="0"/>
                <xsd:element ref="ns3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8563cb8-e9e3-40d4-951f-126d0c29510d" elementFormDefault="qualified">
    <xsd:import namespace="http://schemas.microsoft.com/office/2006/documentManagement/types"/>
    <xsd:import namespace="http://schemas.microsoft.com/office/infopath/2007/PartnerControls"/>
    <xsd:element name="_dlc_DocId" ma:index="8" nillable="true" ma:displayName="Document ID Value" ma:description="The value of the document ID assigned to this item." ma:indexed="true" ma:internalName="_dlc_DocId" ma:readOnly="true">
      <xsd:simpleType>
        <xsd:restriction base="dms:Text"/>
      </xsd:simpleType>
    </xsd:element>
    <xsd:element name="_dlc_DocIdUrl" ma:index="9" nillable="true" ma:displayName="Document ID" ma:description="Permanent link to this document." ma:hidden="true" ma:internalName="_dlc_DocIdUrl" ma:readOnly="tru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_dlc_DocIdPersistId" ma:index="10" nillable="true" ma:displayName="Persist ID" ma:description="Keep ID on add." ma:hidden="true" ma:internalName="_dlc_DocIdPersistId" ma:readOnly="true">
      <xsd:simpleType>
        <xsd:restriction base="dms:Boolea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c0ddbac-d92f-4135-ae82-46af643a22eb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11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2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3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dlc_DocId xmlns="88563cb8-e9e3-40d4-951f-126d0c29510d">QUMXH5H4ZXKS-875811578-11</_dlc_DocId>
    <_dlc_DocIdUrl xmlns="88563cb8-e9e3-40d4-951f-126d0c29510d">
      <Url>https://mindtreeonline.sharepoint.com/sites/LTIMindtree-Corporate-Templates/_layouts/15/DocIdRedir.aspx?ID=QUMXH5H4ZXKS-875811578-11</Url>
      <Description>QUMXH5H4ZXKS-875811578-11</Description>
    </_dlc_DocIdUrl>
  </documentManagement>
</p:properties>
</file>

<file path=customXml/item4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5C474493-4661-4534-A819-8424B96FDD6F}">
  <ds:schemaRefs>
    <ds:schemaRef ds:uri="http://schemas.microsoft.com/sharepoint/events"/>
  </ds:schemaRefs>
</ds:datastoreItem>
</file>

<file path=customXml/itemProps2.xml><?xml version="1.0" encoding="utf-8"?>
<ds:datastoreItem xmlns:ds="http://schemas.openxmlformats.org/officeDocument/2006/customXml" ds:itemID="{BACBCD0B-8E49-473F-9B37-931C1D23841D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88563cb8-e9e3-40d4-951f-126d0c29510d"/>
    <ds:schemaRef ds:uri="dc0ddbac-d92f-4135-ae82-46af643a22eb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4C55CB52-33A3-4B47-8C1D-0EE24875E3DC}">
  <ds:schemaRefs>
    <ds:schemaRef ds:uri="http://purl.org/dc/dcmitype/"/>
    <ds:schemaRef ds:uri="http://schemas.microsoft.com/office/infopath/2007/PartnerControls"/>
    <ds:schemaRef ds:uri="http://purl.org/dc/elements/1.1/"/>
    <ds:schemaRef ds:uri="http://schemas.microsoft.com/office/2006/metadata/properties"/>
    <ds:schemaRef ds:uri="88563cb8-e9e3-40d4-951f-126d0c29510d"/>
    <ds:schemaRef ds:uri="dc0ddbac-d92f-4135-ae82-46af643a22eb"/>
    <ds:schemaRef ds:uri="http://schemas.microsoft.com/office/2006/documentManagement/types"/>
    <ds:schemaRef ds:uri="http://schemas.openxmlformats.org/package/2006/metadata/core-properties"/>
    <ds:schemaRef ds:uri="http://www.w3.org/XML/1998/namespace"/>
    <ds:schemaRef ds:uri="http://purl.org/dc/terms/"/>
  </ds:schemaRefs>
</ds:datastoreItem>
</file>

<file path=customXml/itemProps4.xml><?xml version="1.0" encoding="utf-8"?>
<ds:datastoreItem xmlns:ds="http://schemas.openxmlformats.org/officeDocument/2006/customXml" ds:itemID="{3998B09E-68DE-4B62-A34E-BB5B738ECC36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LTIMindtree PowerPoint Template - Capstone Project</Template>
  <TotalTime>767</TotalTime>
  <Words>605</Words>
  <Application>Microsoft Office PowerPoint</Application>
  <PresentationFormat>Widescreen</PresentationFormat>
  <Paragraphs>139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24" baseType="lpstr">
      <vt:lpstr>Arial</vt:lpstr>
      <vt:lpstr>Calibri</vt:lpstr>
      <vt:lpstr>Cambria</vt:lpstr>
      <vt:lpstr>Frutiger 45 bold</vt:lpstr>
      <vt:lpstr>Frutiger 45 Light</vt:lpstr>
      <vt:lpstr>Frutiger LT Pro 45 Light</vt:lpstr>
      <vt:lpstr>Frutiger LT Pro 55 Roman</vt:lpstr>
      <vt:lpstr>Symbol</vt:lpstr>
      <vt:lpstr>Times New Roman</vt:lpstr>
      <vt:lpstr>Wingdings</vt:lpstr>
      <vt:lpstr>Office Theme</vt:lpstr>
      <vt:lpstr>Logistics Cost &amp; Delivery Analytics (ADLS + ADF + Databricks + Power BI)</vt:lpstr>
      <vt:lpstr>PowerPoint Presentation</vt:lpstr>
      <vt:lpstr>Azure Architecture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Drupad Dev P</dc:creator>
  <cp:lastModifiedBy>Drupad Dev P</cp:lastModifiedBy>
  <cp:revision>4</cp:revision>
  <dcterms:created xsi:type="dcterms:W3CDTF">2026-02-10T14:20:22Z</dcterms:created>
  <dcterms:modified xsi:type="dcterms:W3CDTF">2026-02-12T07:35:44Z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0x0101001EE668FDB297BA418F5A6539855E71B7</vt:lpwstr>
  </property>
  <property fmtid="{D5CDD505-2E9C-101B-9397-08002B2CF9AE}" pid="3" name="_dlc_DocIdItemGuid">
    <vt:lpwstr>36da67c7-b504-4aea-865b-0e87cedc899d</vt:lpwstr>
  </property>
</Properties>
</file>